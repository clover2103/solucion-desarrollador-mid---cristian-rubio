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575"/>
    <a:srgbClr val="A11313"/>
    <a:srgbClr val="792525"/>
    <a:srgbClr val="AF1919"/>
    <a:srgbClr val="E02828"/>
    <a:srgbClr val="8A2A2A"/>
    <a:srgbClr val="911111"/>
    <a:srgbClr val="B40000"/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11CB6-3473-42D1-801D-EB04563067EF}" v="452" dt="2026-01-06T00:06:17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Rubio" userId="8dd58e6179b8f369" providerId="LiveId" clId="{C275EF3F-3B15-4401-B7B1-2B7E8C84C799}"/>
    <pc:docChg chg="undo custSel addSld delSld modSld">
      <pc:chgData name="Cristian Rubio" userId="8dd58e6179b8f369" providerId="LiveId" clId="{C275EF3F-3B15-4401-B7B1-2B7E8C84C799}" dt="2026-01-06T00:06:17.191" v="1912"/>
      <pc:docMkLst>
        <pc:docMk/>
      </pc:docMkLst>
      <pc:sldChg chg="addSp delSp modSp new mod modTransition setBg">
        <pc:chgData name="Cristian Rubio" userId="8dd58e6179b8f369" providerId="LiveId" clId="{C275EF3F-3B15-4401-B7B1-2B7E8C84C799}" dt="2026-01-06T00:06:17.191" v="1912"/>
        <pc:sldMkLst>
          <pc:docMk/>
          <pc:sldMk cId="162054249" sldId="256"/>
        </pc:sldMkLst>
        <pc:spChg chg="mod">
          <ac:chgData name="Cristian Rubio" userId="8dd58e6179b8f369" providerId="LiveId" clId="{C275EF3F-3B15-4401-B7B1-2B7E8C84C799}" dt="2026-01-05T21:11:04.884" v="471" actId="404"/>
          <ac:spMkLst>
            <pc:docMk/>
            <pc:sldMk cId="162054249" sldId="256"/>
            <ac:spMk id="2" creationId="{309A55CD-584D-0FDF-FBA4-3C7C7FF33B9F}"/>
          </ac:spMkLst>
        </pc:spChg>
        <pc:spChg chg="mod">
          <ac:chgData name="Cristian Rubio" userId="8dd58e6179b8f369" providerId="LiveId" clId="{C275EF3F-3B15-4401-B7B1-2B7E8C84C799}" dt="2026-01-05T21:10:55.403" v="468" actId="14100"/>
          <ac:spMkLst>
            <pc:docMk/>
            <pc:sldMk cId="162054249" sldId="256"/>
            <ac:spMk id="3" creationId="{750FECE1-ECB1-94C8-9849-975D44BFFDB9}"/>
          </ac:spMkLst>
        </pc:spChg>
        <pc:spChg chg="add del">
          <ac:chgData name="Cristian Rubio" userId="8dd58e6179b8f369" providerId="LiveId" clId="{C275EF3F-3B15-4401-B7B1-2B7E8C84C799}" dt="2026-01-05T20:57:32.040" v="4" actId="26606"/>
          <ac:spMkLst>
            <pc:docMk/>
            <pc:sldMk cId="162054249" sldId="256"/>
            <ac:spMk id="1031" creationId="{0671A8AE-40A1-4631-A6B8-581AFF065482}"/>
          </ac:spMkLst>
        </pc:spChg>
        <pc:spChg chg="add del">
          <ac:chgData name="Cristian Rubio" userId="8dd58e6179b8f369" providerId="LiveId" clId="{C275EF3F-3B15-4401-B7B1-2B7E8C84C799}" dt="2026-01-05T20:57:32.040" v="4" actId="26606"/>
          <ac:spMkLst>
            <pc:docMk/>
            <pc:sldMk cId="162054249" sldId="256"/>
            <ac:spMk id="1033" creationId="{AB58EF07-17C2-48CF-ABB0-EEF1F17CB8F0}"/>
          </ac:spMkLst>
        </pc:spChg>
        <pc:spChg chg="add del">
          <ac:chgData name="Cristian Rubio" userId="8dd58e6179b8f369" providerId="LiveId" clId="{C275EF3F-3B15-4401-B7B1-2B7E8C84C799}" dt="2026-01-05T20:57:32.040" v="4" actId="26606"/>
          <ac:spMkLst>
            <pc:docMk/>
            <pc:sldMk cId="162054249" sldId="256"/>
            <ac:spMk id="1035" creationId="{AF2F604E-43BE-4DC3-B983-E071523364F8}"/>
          </ac:spMkLst>
        </pc:spChg>
        <pc:spChg chg="add del">
          <ac:chgData name="Cristian Rubio" userId="8dd58e6179b8f369" providerId="LiveId" clId="{C275EF3F-3B15-4401-B7B1-2B7E8C84C799}" dt="2026-01-05T20:57:32.040" v="4" actId="26606"/>
          <ac:spMkLst>
            <pc:docMk/>
            <pc:sldMk cId="162054249" sldId="256"/>
            <ac:spMk id="1037" creationId="{08C9B587-E65E-4B52-B37C-ABEBB6E87928}"/>
          </ac:spMkLst>
        </pc:spChg>
        <pc:spChg chg="add del">
          <ac:chgData name="Cristian Rubio" userId="8dd58e6179b8f369" providerId="LiveId" clId="{C275EF3F-3B15-4401-B7B1-2B7E8C84C799}" dt="2026-01-05T20:57:44.537" v="10" actId="26606"/>
          <ac:spMkLst>
            <pc:docMk/>
            <pc:sldMk cId="162054249" sldId="256"/>
            <ac:spMk id="1038" creationId="{B81933D1-5615-42C7-9C0B-4EB7105CCE2D}"/>
          </ac:spMkLst>
        </pc:spChg>
        <pc:spChg chg="add del">
          <ac:chgData name="Cristian Rubio" userId="8dd58e6179b8f369" providerId="LiveId" clId="{C275EF3F-3B15-4401-B7B1-2B7E8C84C799}" dt="2026-01-05T20:57:32.850" v="6" actId="26606"/>
          <ac:spMkLst>
            <pc:docMk/>
            <pc:sldMk cId="162054249" sldId="256"/>
            <ac:spMk id="1040" creationId="{65219498-D544-41AC-98FE-8F956EF66A62}"/>
          </ac:spMkLst>
        </pc:spChg>
        <pc:spChg chg="add del">
          <ac:chgData name="Cristian Rubio" userId="8dd58e6179b8f369" providerId="LiveId" clId="{C275EF3F-3B15-4401-B7B1-2B7E8C84C799}" dt="2026-01-05T20:57:32.850" v="6" actId="26606"/>
          <ac:spMkLst>
            <pc:docMk/>
            <pc:sldMk cId="162054249" sldId="256"/>
            <ac:spMk id="1041" creationId="{F500DBFC-17A9-4E0A-AEE2-A49F9AEEF0FD}"/>
          </ac:spMkLst>
        </pc:spChg>
        <pc:spChg chg="add del">
          <ac:chgData name="Cristian Rubio" userId="8dd58e6179b8f369" providerId="LiveId" clId="{C275EF3F-3B15-4401-B7B1-2B7E8C84C799}" dt="2026-01-05T20:57:34.785" v="8" actId="26606"/>
          <ac:spMkLst>
            <pc:docMk/>
            <pc:sldMk cId="162054249" sldId="256"/>
            <ac:spMk id="1045" creationId="{9089EED9-F54D-4F20-A2C6-949DE4176959}"/>
          </ac:spMkLst>
        </pc:spChg>
        <pc:spChg chg="add del">
          <ac:chgData name="Cristian Rubio" userId="8dd58e6179b8f369" providerId="LiveId" clId="{C275EF3F-3B15-4401-B7B1-2B7E8C84C799}" dt="2026-01-05T20:57:34.785" v="8" actId="26606"/>
          <ac:spMkLst>
            <pc:docMk/>
            <pc:sldMk cId="162054249" sldId="256"/>
            <ac:spMk id="1046" creationId="{7E46F721-3785-414D-8697-16AF490E6806}"/>
          </ac:spMkLst>
        </pc:spChg>
        <pc:spChg chg="add del">
          <ac:chgData name="Cristian Rubio" userId="8dd58e6179b8f369" providerId="LiveId" clId="{C275EF3F-3B15-4401-B7B1-2B7E8C84C799}" dt="2026-01-05T20:57:44.537" v="10" actId="26606"/>
          <ac:spMkLst>
            <pc:docMk/>
            <pc:sldMk cId="162054249" sldId="256"/>
            <ac:spMk id="1048" creationId="{20D5D19D-0789-4518-B5DC-D47ADF69D25A}"/>
          </ac:spMkLst>
        </pc:spChg>
        <pc:spChg chg="add del">
          <ac:chgData name="Cristian Rubio" userId="8dd58e6179b8f369" providerId="LiveId" clId="{C275EF3F-3B15-4401-B7B1-2B7E8C84C799}" dt="2026-01-05T20:57:44.537" v="10" actId="26606"/>
          <ac:spMkLst>
            <pc:docMk/>
            <pc:sldMk cId="162054249" sldId="256"/>
            <ac:spMk id="1051" creationId="{19C9EAEA-39D0-4B0E-A0EB-51E7B26740B1}"/>
          </ac:spMkLst>
        </pc:spChg>
        <pc:grpChg chg="add del">
          <ac:chgData name="Cristian Rubio" userId="8dd58e6179b8f369" providerId="LiveId" clId="{C275EF3F-3B15-4401-B7B1-2B7E8C84C799}" dt="2026-01-05T20:57:32.850" v="6" actId="26606"/>
          <ac:grpSpMkLst>
            <pc:docMk/>
            <pc:sldMk cId="162054249" sldId="256"/>
            <ac:grpSpMk id="1042" creationId="{D74613BB-817C-4C4F-8A24-4936F2F064C0}"/>
          </ac:grpSpMkLst>
        </pc:grpChg>
        <pc:grpChg chg="add del">
          <ac:chgData name="Cristian Rubio" userId="8dd58e6179b8f369" providerId="LiveId" clId="{C275EF3F-3B15-4401-B7B1-2B7E8C84C799}" dt="2026-01-05T20:57:44.537" v="10" actId="26606"/>
          <ac:grpSpMkLst>
            <pc:docMk/>
            <pc:sldMk cId="162054249" sldId="256"/>
            <ac:grpSpMk id="1049" creationId="{032D8612-31EB-44CF-A1D0-14FD4C705424}"/>
          </ac:grpSpMkLst>
        </pc:grpChg>
        <pc:picChg chg="add del mod">
          <ac:chgData name="Cristian Rubio" userId="8dd58e6179b8f369" providerId="LiveId" clId="{C275EF3F-3B15-4401-B7B1-2B7E8C84C799}" dt="2026-01-05T21:09:43.047" v="390" actId="478"/>
          <ac:picMkLst>
            <pc:docMk/>
            <pc:sldMk cId="162054249" sldId="256"/>
            <ac:picMk id="4" creationId="{30AEB23D-3F88-07CA-3634-539F1F03CEC0}"/>
          </ac:picMkLst>
        </pc:picChg>
        <pc:picChg chg="add del mod">
          <ac:chgData name="Cristian Rubio" userId="8dd58e6179b8f369" providerId="LiveId" clId="{C275EF3F-3B15-4401-B7B1-2B7E8C84C799}" dt="2026-01-05T21:10:02.071" v="399" actId="1038"/>
          <ac:picMkLst>
            <pc:docMk/>
            <pc:sldMk cId="162054249" sldId="256"/>
            <ac:picMk id="5" creationId="{10E6BDD7-EFC0-1AF5-AF37-0BE51AD89E94}"/>
          </ac:picMkLst>
        </pc:picChg>
        <pc:picChg chg="add del mod">
          <ac:chgData name="Cristian Rubio" userId="8dd58e6179b8f369" providerId="LiveId" clId="{C275EF3F-3B15-4401-B7B1-2B7E8C84C799}" dt="2026-01-05T21:09:53.761" v="392" actId="478"/>
          <ac:picMkLst>
            <pc:docMk/>
            <pc:sldMk cId="162054249" sldId="256"/>
            <ac:picMk id="6" creationId="{E8EDE523-9DE5-EA56-B911-C2E0C5654AA4}"/>
          </ac:picMkLst>
        </pc:picChg>
        <pc:picChg chg="add mod">
          <ac:chgData name="Cristian Rubio" userId="8dd58e6179b8f369" providerId="LiveId" clId="{C275EF3F-3B15-4401-B7B1-2B7E8C84C799}" dt="2026-01-05T21:10:25.205" v="410" actId="167"/>
          <ac:picMkLst>
            <pc:docMk/>
            <pc:sldMk cId="162054249" sldId="256"/>
            <ac:picMk id="7" creationId="{83EE1091-3695-6B90-114D-BA9600698635}"/>
          </ac:picMkLst>
        </pc:picChg>
        <pc:picChg chg="add mod ord">
          <ac:chgData name="Cristian Rubio" userId="8dd58e6179b8f369" providerId="LiveId" clId="{C275EF3F-3B15-4401-B7B1-2B7E8C84C799}" dt="2026-01-05T21:10:43.273" v="466" actId="1038"/>
          <ac:picMkLst>
            <pc:docMk/>
            <pc:sldMk cId="162054249" sldId="256"/>
            <ac:picMk id="1026" creationId="{228A2BED-8298-CA73-E7F5-473169DCF895}"/>
          </ac:picMkLst>
        </pc:picChg>
      </pc:sldChg>
      <pc:sldChg chg="addSp delSp modSp add mod modTransition">
        <pc:chgData name="Cristian Rubio" userId="8dd58e6179b8f369" providerId="LiveId" clId="{C275EF3F-3B15-4401-B7B1-2B7E8C84C799}" dt="2026-01-06T00:05:39.540" v="1904"/>
        <pc:sldMkLst>
          <pc:docMk/>
          <pc:sldMk cId="3081850809" sldId="257"/>
        </pc:sldMkLst>
        <pc:spChg chg="mod">
          <ac:chgData name="Cristian Rubio" userId="8dd58e6179b8f369" providerId="LiveId" clId="{C275EF3F-3B15-4401-B7B1-2B7E8C84C799}" dt="2026-01-05T22:28:12.240" v="1444" actId="1076"/>
          <ac:spMkLst>
            <pc:docMk/>
            <pc:sldMk cId="3081850809" sldId="257"/>
            <ac:spMk id="2" creationId="{8621EEEC-0DD8-BF75-3BD5-FDCB43487079}"/>
          </ac:spMkLst>
        </pc:spChg>
        <pc:spChg chg="del mod">
          <ac:chgData name="Cristian Rubio" userId="8dd58e6179b8f369" providerId="LiveId" clId="{C275EF3F-3B15-4401-B7B1-2B7E8C84C799}" dt="2026-01-05T21:27:20.236" v="689" actId="478"/>
          <ac:spMkLst>
            <pc:docMk/>
            <pc:sldMk cId="3081850809" sldId="257"/>
            <ac:spMk id="3" creationId="{00BE8EA8-DE5F-BF75-31C9-F6A2AC66C084}"/>
          </ac:spMkLst>
        </pc:spChg>
        <pc:spChg chg="add del mod">
          <ac:chgData name="Cristian Rubio" userId="8dd58e6179b8f369" providerId="LiveId" clId="{C275EF3F-3B15-4401-B7B1-2B7E8C84C799}" dt="2026-01-05T21:27:21.785" v="690" actId="478"/>
          <ac:spMkLst>
            <pc:docMk/>
            <pc:sldMk cId="3081850809" sldId="257"/>
            <ac:spMk id="8" creationId="{7D10B15A-E9A7-EE3C-43DD-5AEECB4BD14D}"/>
          </ac:spMkLst>
        </pc:spChg>
        <pc:graphicFrameChg chg="add mod modGraphic">
          <ac:chgData name="Cristian Rubio" userId="8dd58e6179b8f369" providerId="LiveId" clId="{C275EF3F-3B15-4401-B7B1-2B7E8C84C799}" dt="2026-01-05T22:29:42.273" v="1459" actId="1076"/>
          <ac:graphicFrameMkLst>
            <pc:docMk/>
            <pc:sldMk cId="3081850809" sldId="257"/>
            <ac:graphicFrameMk id="4" creationId="{1F5724A8-057E-ACE9-2746-0E013D51283E}"/>
          </ac:graphicFrameMkLst>
        </pc:graphicFrameChg>
        <pc:graphicFrameChg chg="add mod modGraphic">
          <ac:chgData name="Cristian Rubio" userId="8dd58e6179b8f369" providerId="LiveId" clId="{C275EF3F-3B15-4401-B7B1-2B7E8C84C799}" dt="2026-01-05T22:28:49.473" v="1451" actId="1076"/>
          <ac:graphicFrameMkLst>
            <pc:docMk/>
            <pc:sldMk cId="3081850809" sldId="257"/>
            <ac:graphicFrameMk id="9" creationId="{6E6901F6-73E8-9E64-37BE-C81D9D4F8F6B}"/>
          </ac:graphicFrameMkLst>
        </pc:graphicFrameChg>
        <pc:graphicFrameChg chg="add mod modGraphic">
          <ac:chgData name="Cristian Rubio" userId="8dd58e6179b8f369" providerId="LiveId" clId="{C275EF3F-3B15-4401-B7B1-2B7E8C84C799}" dt="2026-01-05T22:29:25.653" v="1456" actId="1076"/>
          <ac:graphicFrameMkLst>
            <pc:docMk/>
            <pc:sldMk cId="3081850809" sldId="257"/>
            <ac:graphicFrameMk id="10" creationId="{AF47033A-6CB7-2E28-E216-64F559BFDFBE}"/>
          </ac:graphicFrameMkLst>
        </pc:graphicFrameChg>
        <pc:graphicFrameChg chg="add mod modGraphic">
          <ac:chgData name="Cristian Rubio" userId="8dd58e6179b8f369" providerId="LiveId" clId="{C275EF3F-3B15-4401-B7B1-2B7E8C84C799}" dt="2026-01-05T22:28:38.859" v="1449" actId="1076"/>
          <ac:graphicFrameMkLst>
            <pc:docMk/>
            <pc:sldMk cId="3081850809" sldId="257"/>
            <ac:graphicFrameMk id="11" creationId="{7D5716AE-7A56-0CFD-6F71-069D3B957827}"/>
          </ac:graphicFrameMkLst>
        </pc:graphicFrameChg>
        <pc:graphicFrameChg chg="add mod modGraphic">
          <ac:chgData name="Cristian Rubio" userId="8dd58e6179b8f369" providerId="LiveId" clId="{C275EF3F-3B15-4401-B7B1-2B7E8C84C799}" dt="2026-01-05T22:29:45.892" v="1460" actId="1076"/>
          <ac:graphicFrameMkLst>
            <pc:docMk/>
            <pc:sldMk cId="3081850809" sldId="257"/>
            <ac:graphicFrameMk id="12" creationId="{E9F477C1-F755-E159-E1E4-24795E3F0EA1}"/>
          </ac:graphicFrameMkLst>
        </pc:graphicFrameChg>
        <pc:picChg chg="mod">
          <ac:chgData name="Cristian Rubio" userId="8dd58e6179b8f369" providerId="LiveId" clId="{C275EF3F-3B15-4401-B7B1-2B7E8C84C799}" dt="2026-01-05T21:13:38.053" v="505" actId="167"/>
          <ac:picMkLst>
            <pc:docMk/>
            <pc:sldMk cId="3081850809" sldId="257"/>
            <ac:picMk id="5" creationId="{C268E41E-8F44-D675-F9C5-1C9BD76CC6BB}"/>
          </ac:picMkLst>
        </pc:picChg>
        <pc:picChg chg="mod">
          <ac:chgData name="Cristian Rubio" userId="8dd58e6179b8f369" providerId="LiveId" clId="{C275EF3F-3B15-4401-B7B1-2B7E8C84C799}" dt="2026-01-05T21:13:11.176" v="498" actId="14100"/>
          <ac:picMkLst>
            <pc:docMk/>
            <pc:sldMk cId="3081850809" sldId="257"/>
            <ac:picMk id="7" creationId="{766D80F1-A1BC-7667-EB2B-886B6D4828A1}"/>
          </ac:picMkLst>
        </pc:picChg>
        <pc:picChg chg="add del">
          <ac:chgData name="Cristian Rubio" userId="8dd58e6179b8f369" providerId="LiveId" clId="{C275EF3F-3B15-4401-B7B1-2B7E8C84C799}" dt="2026-01-05T22:38:39.649" v="1462" actId="21"/>
          <ac:picMkLst>
            <pc:docMk/>
            <pc:sldMk cId="3081850809" sldId="257"/>
            <ac:picMk id="14" creationId="{2638CD15-E579-3C16-EDD3-B502DEF16D19}"/>
          </ac:picMkLst>
        </pc:picChg>
        <pc:picChg chg="mod">
          <ac:chgData name="Cristian Rubio" userId="8dd58e6179b8f369" providerId="LiveId" clId="{C275EF3F-3B15-4401-B7B1-2B7E8C84C799}" dt="2026-01-05T21:13:41.918" v="506" actId="1076"/>
          <ac:picMkLst>
            <pc:docMk/>
            <pc:sldMk cId="3081850809" sldId="257"/>
            <ac:picMk id="1026" creationId="{5523D41D-038B-DAE4-75AB-FCD586612195}"/>
          </ac:picMkLst>
        </pc:picChg>
      </pc:sldChg>
      <pc:sldChg chg="addSp delSp modSp add mod modTransition">
        <pc:chgData name="Cristian Rubio" userId="8dd58e6179b8f369" providerId="LiveId" clId="{C275EF3F-3B15-4401-B7B1-2B7E8C84C799}" dt="2026-01-06T00:05:43.801" v="1905"/>
        <pc:sldMkLst>
          <pc:docMk/>
          <pc:sldMk cId="2713087655" sldId="258"/>
        </pc:sldMkLst>
        <pc:spChg chg="mod">
          <ac:chgData name="Cristian Rubio" userId="8dd58e6179b8f369" providerId="LiveId" clId="{C275EF3F-3B15-4401-B7B1-2B7E8C84C799}" dt="2026-01-05T21:46:37.915" v="884" actId="207"/>
          <ac:spMkLst>
            <pc:docMk/>
            <pc:sldMk cId="2713087655" sldId="258"/>
            <ac:spMk id="2" creationId="{FE42F81C-CB05-C2D7-DE77-E64DDD88FD6D}"/>
          </ac:spMkLst>
        </pc:spChg>
        <pc:spChg chg="add del mod ord">
          <ac:chgData name="Cristian Rubio" userId="8dd58e6179b8f369" providerId="LiveId" clId="{C275EF3F-3B15-4401-B7B1-2B7E8C84C799}" dt="2026-01-05T21:59:49.877" v="1081" actId="164"/>
          <ac:spMkLst>
            <pc:docMk/>
            <pc:sldMk cId="2713087655" sldId="258"/>
            <ac:spMk id="3" creationId="{5BEE9BF3-F3AF-A403-B4C0-76CE5BA183B3}"/>
          </ac:spMkLst>
        </pc:spChg>
        <pc:spChg chg="add mod ord">
          <ac:chgData name="Cristian Rubio" userId="8dd58e6179b8f369" providerId="LiveId" clId="{C275EF3F-3B15-4401-B7B1-2B7E8C84C799}" dt="2026-01-05T22:00:01.331" v="1082" actId="164"/>
          <ac:spMkLst>
            <pc:docMk/>
            <pc:sldMk cId="2713087655" sldId="258"/>
            <ac:spMk id="6" creationId="{44EC098E-9E57-1C9F-E175-1C4A1F4BAAE8}"/>
          </ac:spMkLst>
        </pc:spChg>
        <pc:spChg chg="add mod">
          <ac:chgData name="Cristian Rubio" userId="8dd58e6179b8f369" providerId="LiveId" clId="{C275EF3F-3B15-4401-B7B1-2B7E8C84C799}" dt="2026-01-05T22:00:08.805" v="1083" actId="164"/>
          <ac:spMkLst>
            <pc:docMk/>
            <pc:sldMk cId="2713087655" sldId="258"/>
            <ac:spMk id="8" creationId="{030DC7A2-5A0D-4166-458F-A9CB63D32B7F}"/>
          </ac:spMkLst>
        </pc:spChg>
        <pc:spChg chg="add mod">
          <ac:chgData name="Cristian Rubio" userId="8dd58e6179b8f369" providerId="LiveId" clId="{C275EF3F-3B15-4401-B7B1-2B7E8C84C799}" dt="2026-01-05T21:59:49.877" v="1081" actId="164"/>
          <ac:spMkLst>
            <pc:docMk/>
            <pc:sldMk cId="2713087655" sldId="258"/>
            <ac:spMk id="13" creationId="{7A88CF99-7C63-CA76-AE88-11B07F953632}"/>
          </ac:spMkLst>
        </pc:spChg>
        <pc:spChg chg="add mod">
          <ac:chgData name="Cristian Rubio" userId="8dd58e6179b8f369" providerId="LiveId" clId="{C275EF3F-3B15-4401-B7B1-2B7E8C84C799}" dt="2026-01-05T22:00:01.331" v="1082" actId="164"/>
          <ac:spMkLst>
            <pc:docMk/>
            <pc:sldMk cId="2713087655" sldId="258"/>
            <ac:spMk id="14" creationId="{DB960A01-F05A-BE60-D1FC-DB06A144D204}"/>
          </ac:spMkLst>
        </pc:spChg>
        <pc:spChg chg="add mod">
          <ac:chgData name="Cristian Rubio" userId="8dd58e6179b8f369" providerId="LiveId" clId="{C275EF3F-3B15-4401-B7B1-2B7E8C84C799}" dt="2026-01-05T22:00:08.805" v="1083" actId="164"/>
          <ac:spMkLst>
            <pc:docMk/>
            <pc:sldMk cId="2713087655" sldId="258"/>
            <ac:spMk id="15" creationId="{1CC17905-5A47-A61E-D185-030787848626}"/>
          </ac:spMkLst>
        </pc:spChg>
        <pc:spChg chg="add mod">
          <ac:chgData name="Cristian Rubio" userId="8dd58e6179b8f369" providerId="LiveId" clId="{C275EF3F-3B15-4401-B7B1-2B7E8C84C799}" dt="2026-01-05T22:02:54.659" v="1151" actId="14100"/>
          <ac:spMkLst>
            <pc:docMk/>
            <pc:sldMk cId="2713087655" sldId="258"/>
            <ac:spMk id="20" creationId="{20F5CBFD-2012-6FEE-F934-DF8122A542B3}"/>
          </ac:spMkLst>
        </pc:spChg>
        <pc:spChg chg="add mod">
          <ac:chgData name="Cristian Rubio" userId="8dd58e6179b8f369" providerId="LiveId" clId="{C275EF3F-3B15-4401-B7B1-2B7E8C84C799}" dt="2026-01-05T22:03:27.941" v="1165" actId="14100"/>
          <ac:spMkLst>
            <pc:docMk/>
            <pc:sldMk cId="2713087655" sldId="258"/>
            <ac:spMk id="21" creationId="{7CD36367-9A0E-47FB-D03B-238D72DA1034}"/>
          </ac:spMkLst>
        </pc:spChg>
        <pc:spChg chg="add mod">
          <ac:chgData name="Cristian Rubio" userId="8dd58e6179b8f369" providerId="LiveId" clId="{C275EF3F-3B15-4401-B7B1-2B7E8C84C799}" dt="2026-01-05T22:03:54.380" v="1169" actId="14100"/>
          <ac:spMkLst>
            <pc:docMk/>
            <pc:sldMk cId="2713087655" sldId="258"/>
            <ac:spMk id="22" creationId="{7B6B1C87-1DA3-0DEA-C5FA-9554EAD16C11}"/>
          </ac:spMkLst>
        </pc:spChg>
        <pc:spChg chg="add mod">
          <ac:chgData name="Cristian Rubio" userId="8dd58e6179b8f369" providerId="LiveId" clId="{C275EF3F-3B15-4401-B7B1-2B7E8C84C799}" dt="2026-01-05T22:06:20.016" v="1260" actId="1076"/>
          <ac:spMkLst>
            <pc:docMk/>
            <pc:sldMk cId="2713087655" sldId="258"/>
            <ac:spMk id="23" creationId="{0691D705-DCEC-CE38-1391-AB482635D3BD}"/>
          </ac:spMkLst>
        </pc:spChg>
        <pc:spChg chg="add mod">
          <ac:chgData name="Cristian Rubio" userId="8dd58e6179b8f369" providerId="LiveId" clId="{C275EF3F-3B15-4401-B7B1-2B7E8C84C799}" dt="2026-01-05T22:06:24.483" v="1261"/>
          <ac:spMkLst>
            <pc:docMk/>
            <pc:sldMk cId="2713087655" sldId="258"/>
            <ac:spMk id="24" creationId="{69642802-27AB-0475-4856-5B66B3D17D04}"/>
          </ac:spMkLst>
        </pc:spChg>
        <pc:spChg chg="add mod">
          <ac:chgData name="Cristian Rubio" userId="8dd58e6179b8f369" providerId="LiveId" clId="{C275EF3F-3B15-4401-B7B1-2B7E8C84C799}" dt="2026-01-05T22:07:44.633" v="1333" actId="1076"/>
          <ac:spMkLst>
            <pc:docMk/>
            <pc:sldMk cId="2713087655" sldId="258"/>
            <ac:spMk id="25" creationId="{ECA3DCB3-EA37-2D37-3A71-3BBC8C38E465}"/>
          </ac:spMkLst>
        </pc:spChg>
        <pc:spChg chg="add mod">
          <ac:chgData name="Cristian Rubio" userId="8dd58e6179b8f369" providerId="LiveId" clId="{C275EF3F-3B15-4401-B7B1-2B7E8C84C799}" dt="2026-01-05T22:08:54.278" v="1436" actId="20577"/>
          <ac:spMkLst>
            <pc:docMk/>
            <pc:sldMk cId="2713087655" sldId="258"/>
            <ac:spMk id="26" creationId="{95C5D1A7-A9D0-E508-3ED8-6F02AE1A6108}"/>
          </ac:spMkLst>
        </pc:spChg>
        <pc:grpChg chg="add mod ord">
          <ac:chgData name="Cristian Rubio" userId="8dd58e6179b8f369" providerId="LiveId" clId="{C275EF3F-3B15-4401-B7B1-2B7E8C84C799}" dt="2026-01-05T22:00:29.385" v="1088" actId="164"/>
          <ac:grpSpMkLst>
            <pc:docMk/>
            <pc:sldMk cId="2713087655" sldId="258"/>
            <ac:grpSpMk id="16" creationId="{BF4C49EE-6A75-65EB-A448-7166327E3EF6}"/>
          </ac:grpSpMkLst>
        </pc:grpChg>
        <pc:grpChg chg="add mod ord">
          <ac:chgData name="Cristian Rubio" userId="8dd58e6179b8f369" providerId="LiveId" clId="{C275EF3F-3B15-4401-B7B1-2B7E8C84C799}" dt="2026-01-05T22:00:29.385" v="1088" actId="164"/>
          <ac:grpSpMkLst>
            <pc:docMk/>
            <pc:sldMk cId="2713087655" sldId="258"/>
            <ac:grpSpMk id="17" creationId="{BC323657-D237-C9C5-A4EB-8D83435257F3}"/>
          </ac:grpSpMkLst>
        </pc:grpChg>
        <pc:grpChg chg="add mod">
          <ac:chgData name="Cristian Rubio" userId="8dd58e6179b8f369" providerId="LiveId" clId="{C275EF3F-3B15-4401-B7B1-2B7E8C84C799}" dt="2026-01-05T22:00:29.385" v="1088" actId="164"/>
          <ac:grpSpMkLst>
            <pc:docMk/>
            <pc:sldMk cId="2713087655" sldId="258"/>
            <ac:grpSpMk id="18" creationId="{7BF76788-D834-02CB-9899-04E3B1321030}"/>
          </ac:grpSpMkLst>
        </pc:grpChg>
        <pc:grpChg chg="add mod">
          <ac:chgData name="Cristian Rubio" userId="8dd58e6179b8f369" providerId="LiveId" clId="{C275EF3F-3B15-4401-B7B1-2B7E8C84C799}" dt="2026-01-05T22:00:37.176" v="1089" actId="1076"/>
          <ac:grpSpMkLst>
            <pc:docMk/>
            <pc:sldMk cId="2713087655" sldId="258"/>
            <ac:grpSpMk id="19" creationId="{FAA3CAC1-EC24-BEA6-F1CE-8C70F2504EC7}"/>
          </ac:grpSpMkLst>
        </pc:grpChg>
        <pc:graphicFrameChg chg="del modGraphic">
          <ac:chgData name="Cristian Rubio" userId="8dd58e6179b8f369" providerId="LiveId" clId="{C275EF3F-3B15-4401-B7B1-2B7E8C84C799}" dt="2026-01-05T21:49:24.115" v="890" actId="478"/>
          <ac:graphicFrameMkLst>
            <pc:docMk/>
            <pc:sldMk cId="2713087655" sldId="258"/>
            <ac:graphicFrameMk id="4" creationId="{047A3F71-CA46-60D1-EA7E-1D4E460A804B}"/>
          </ac:graphicFrameMkLst>
        </pc:graphicFrameChg>
        <pc:graphicFrameChg chg="del">
          <ac:chgData name="Cristian Rubio" userId="8dd58e6179b8f369" providerId="LiveId" clId="{C275EF3F-3B15-4401-B7B1-2B7E8C84C799}" dt="2026-01-05T21:49:17.957" v="886" actId="478"/>
          <ac:graphicFrameMkLst>
            <pc:docMk/>
            <pc:sldMk cId="2713087655" sldId="258"/>
            <ac:graphicFrameMk id="9" creationId="{7808D6FA-46A1-A44B-0AC0-5A647233926E}"/>
          </ac:graphicFrameMkLst>
        </pc:graphicFrameChg>
        <pc:graphicFrameChg chg="del">
          <ac:chgData name="Cristian Rubio" userId="8dd58e6179b8f369" providerId="LiveId" clId="{C275EF3F-3B15-4401-B7B1-2B7E8C84C799}" dt="2026-01-05T21:49:19.689" v="887" actId="478"/>
          <ac:graphicFrameMkLst>
            <pc:docMk/>
            <pc:sldMk cId="2713087655" sldId="258"/>
            <ac:graphicFrameMk id="10" creationId="{EEFA7096-2D06-B29D-CA9F-299FE040185E}"/>
          </ac:graphicFrameMkLst>
        </pc:graphicFrameChg>
        <pc:graphicFrameChg chg="del">
          <ac:chgData name="Cristian Rubio" userId="8dd58e6179b8f369" providerId="LiveId" clId="{C275EF3F-3B15-4401-B7B1-2B7E8C84C799}" dt="2026-01-05T21:49:21.274" v="888" actId="478"/>
          <ac:graphicFrameMkLst>
            <pc:docMk/>
            <pc:sldMk cId="2713087655" sldId="258"/>
            <ac:graphicFrameMk id="11" creationId="{ECFBA2F0-2144-BA0D-9AC1-998B73C17837}"/>
          </ac:graphicFrameMkLst>
        </pc:graphicFrameChg>
        <pc:graphicFrameChg chg="del">
          <ac:chgData name="Cristian Rubio" userId="8dd58e6179b8f369" providerId="LiveId" clId="{C275EF3F-3B15-4401-B7B1-2B7E8C84C799}" dt="2026-01-05T21:49:22.754" v="889" actId="478"/>
          <ac:graphicFrameMkLst>
            <pc:docMk/>
            <pc:sldMk cId="2713087655" sldId="258"/>
            <ac:graphicFrameMk id="12" creationId="{15FBDD58-7384-E0DC-3DA1-3A55E7BAE526}"/>
          </ac:graphicFrameMkLst>
        </pc:graphicFrameChg>
        <pc:picChg chg="add del mod">
          <ac:chgData name="Cristian Rubio" userId="8dd58e6179b8f369" providerId="LiveId" clId="{C275EF3F-3B15-4401-B7B1-2B7E8C84C799}" dt="2026-01-05T22:39:02.702" v="1466" actId="478"/>
          <ac:picMkLst>
            <pc:docMk/>
            <pc:sldMk cId="2713087655" sldId="258"/>
            <ac:picMk id="27" creationId="{2638CD15-E579-3C16-EDD3-B502DEF16D19}"/>
          </ac:picMkLst>
        </pc:picChg>
      </pc:sldChg>
      <pc:sldChg chg="add del">
        <pc:chgData name="Cristian Rubio" userId="8dd58e6179b8f369" providerId="LiveId" clId="{C275EF3F-3B15-4401-B7B1-2B7E8C84C799}" dt="2026-01-05T21:46:31.597" v="882"/>
        <pc:sldMkLst>
          <pc:docMk/>
          <pc:sldMk cId="584439121" sldId="259"/>
        </pc:sldMkLst>
      </pc:sldChg>
      <pc:sldChg chg="addSp delSp modSp add mod modTransition">
        <pc:chgData name="Cristian Rubio" userId="8dd58e6179b8f369" providerId="LiveId" clId="{C275EF3F-3B15-4401-B7B1-2B7E8C84C799}" dt="2026-01-06T00:05:48.524" v="1906"/>
        <pc:sldMkLst>
          <pc:docMk/>
          <pc:sldMk cId="688610499" sldId="259"/>
        </pc:sldMkLst>
        <pc:spChg chg="mod">
          <ac:chgData name="Cristian Rubio" userId="8dd58e6179b8f369" providerId="LiveId" clId="{C275EF3F-3B15-4401-B7B1-2B7E8C84C799}" dt="2026-01-05T22:41:24.520" v="1616" actId="1076"/>
          <ac:spMkLst>
            <pc:docMk/>
            <pc:sldMk cId="688610499" sldId="259"/>
            <ac:spMk id="2" creationId="{D5379AB7-C87E-79D4-8F66-51F22378EBF3}"/>
          </ac:spMkLst>
        </pc:spChg>
        <pc:spChg chg="add mod">
          <ac:chgData name="Cristian Rubio" userId="8dd58e6179b8f369" providerId="LiveId" clId="{C275EF3F-3B15-4401-B7B1-2B7E8C84C799}" dt="2026-01-05T22:41:19.959" v="1615" actId="1076"/>
          <ac:spMkLst>
            <pc:docMk/>
            <pc:sldMk cId="688610499" sldId="259"/>
            <ac:spMk id="4" creationId="{0C48ED21-E2EF-77A4-84E9-C03D20B7A4D9}"/>
          </ac:spMkLst>
        </pc:spChg>
        <pc:spChg chg="del">
          <ac:chgData name="Cristian Rubio" userId="8dd58e6179b8f369" providerId="LiveId" clId="{C275EF3F-3B15-4401-B7B1-2B7E8C84C799}" dt="2026-01-05T22:39:10.576" v="1474" actId="478"/>
          <ac:spMkLst>
            <pc:docMk/>
            <pc:sldMk cId="688610499" sldId="259"/>
            <ac:spMk id="20" creationId="{DBF99959-B7A6-8CFC-FA75-DA2C2EA97E3D}"/>
          </ac:spMkLst>
        </pc:spChg>
        <pc:spChg chg="del">
          <ac:chgData name="Cristian Rubio" userId="8dd58e6179b8f369" providerId="LiveId" clId="{C275EF3F-3B15-4401-B7B1-2B7E8C84C799}" dt="2026-01-05T22:39:05.703" v="1469" actId="478"/>
          <ac:spMkLst>
            <pc:docMk/>
            <pc:sldMk cId="688610499" sldId="259"/>
            <ac:spMk id="21" creationId="{94680A1A-206B-2387-B929-84DFCD9EDE04}"/>
          </ac:spMkLst>
        </pc:spChg>
        <pc:spChg chg="del">
          <ac:chgData name="Cristian Rubio" userId="8dd58e6179b8f369" providerId="LiveId" clId="{C275EF3F-3B15-4401-B7B1-2B7E8C84C799}" dt="2026-01-05T22:39:13.639" v="1476" actId="478"/>
          <ac:spMkLst>
            <pc:docMk/>
            <pc:sldMk cId="688610499" sldId="259"/>
            <ac:spMk id="22" creationId="{F65313DA-79B2-B239-1660-6B98D2F63F9E}"/>
          </ac:spMkLst>
        </pc:spChg>
        <pc:spChg chg="del">
          <ac:chgData name="Cristian Rubio" userId="8dd58e6179b8f369" providerId="LiveId" clId="{C275EF3F-3B15-4401-B7B1-2B7E8C84C799}" dt="2026-01-05T22:39:05.086" v="1468" actId="478"/>
          <ac:spMkLst>
            <pc:docMk/>
            <pc:sldMk cId="688610499" sldId="259"/>
            <ac:spMk id="23" creationId="{2FDC77E8-5535-955A-41A6-426F4D633493}"/>
          </ac:spMkLst>
        </pc:spChg>
        <pc:spChg chg="del mod">
          <ac:chgData name="Cristian Rubio" userId="8dd58e6179b8f369" providerId="LiveId" clId="{C275EF3F-3B15-4401-B7B1-2B7E8C84C799}" dt="2026-01-05T22:39:07.957" v="1472" actId="478"/>
          <ac:spMkLst>
            <pc:docMk/>
            <pc:sldMk cId="688610499" sldId="259"/>
            <ac:spMk id="25" creationId="{F31471E0-2FA8-514D-29F8-01FBA1151C4C}"/>
          </ac:spMkLst>
        </pc:spChg>
        <pc:spChg chg="del mod">
          <ac:chgData name="Cristian Rubio" userId="8dd58e6179b8f369" providerId="LiveId" clId="{C275EF3F-3B15-4401-B7B1-2B7E8C84C799}" dt="2026-01-05T22:39:09.845" v="1473" actId="478"/>
          <ac:spMkLst>
            <pc:docMk/>
            <pc:sldMk cId="688610499" sldId="259"/>
            <ac:spMk id="26" creationId="{FCEAEAD2-8109-5517-2B0A-033E4606EDC4}"/>
          </ac:spMkLst>
        </pc:spChg>
        <pc:grpChg chg="del">
          <ac:chgData name="Cristian Rubio" userId="8dd58e6179b8f369" providerId="LiveId" clId="{C275EF3F-3B15-4401-B7B1-2B7E8C84C799}" dt="2026-01-05T22:39:11.134" v="1475" actId="478"/>
          <ac:grpSpMkLst>
            <pc:docMk/>
            <pc:sldMk cId="688610499" sldId="259"/>
            <ac:grpSpMk id="19" creationId="{C7194E28-7F37-0238-3DB5-F51B14546288}"/>
          </ac:grpSpMkLst>
        </pc:grpChg>
        <pc:picChg chg="del">
          <ac:chgData name="Cristian Rubio" userId="8dd58e6179b8f369" providerId="LiveId" clId="{C275EF3F-3B15-4401-B7B1-2B7E8C84C799}" dt="2026-01-05T22:39:04.294" v="1467" actId="478"/>
          <ac:picMkLst>
            <pc:docMk/>
            <pc:sldMk cId="688610499" sldId="259"/>
            <ac:picMk id="27" creationId="{E49E9ED8-AE09-21A0-6239-DE16BE64CD9B}"/>
          </ac:picMkLst>
        </pc:picChg>
      </pc:sldChg>
      <pc:sldChg chg="modSp add del mod">
        <pc:chgData name="Cristian Rubio" userId="8dd58e6179b8f369" providerId="LiveId" clId="{C275EF3F-3B15-4401-B7B1-2B7E8C84C799}" dt="2026-01-05T22:15:31.623" v="1443" actId="47"/>
        <pc:sldMkLst>
          <pc:docMk/>
          <pc:sldMk cId="3197576165" sldId="259"/>
        </pc:sldMkLst>
        <pc:spChg chg="mod">
          <ac:chgData name="Cristian Rubio" userId="8dd58e6179b8f369" providerId="LiveId" clId="{C275EF3F-3B15-4401-B7B1-2B7E8C84C799}" dt="2026-01-05T22:13:57.228" v="1442" actId="1076"/>
          <ac:spMkLst>
            <pc:docMk/>
            <pc:sldMk cId="3197576165" sldId="259"/>
            <ac:spMk id="2" creationId="{8DF7A207-0255-7E67-B8D2-0FA9F2129349}"/>
          </ac:spMkLst>
        </pc:spChg>
      </pc:sldChg>
      <pc:sldChg chg="delSp modSp add mod modTransition">
        <pc:chgData name="Cristian Rubio" userId="8dd58e6179b8f369" providerId="LiveId" clId="{C275EF3F-3B15-4401-B7B1-2B7E8C84C799}" dt="2026-01-06T00:05:51.031" v="1907"/>
        <pc:sldMkLst>
          <pc:docMk/>
          <pc:sldMk cId="2936121953" sldId="260"/>
        </pc:sldMkLst>
        <pc:spChg chg="mod">
          <ac:chgData name="Cristian Rubio" userId="8dd58e6179b8f369" providerId="LiveId" clId="{C275EF3F-3B15-4401-B7B1-2B7E8C84C799}" dt="2026-01-05T22:42:51.605" v="1683" actId="1076"/>
          <ac:spMkLst>
            <pc:docMk/>
            <pc:sldMk cId="2936121953" sldId="260"/>
            <ac:spMk id="2" creationId="{4F03BF74-EB7E-78F5-BE74-AB85E8CD882A}"/>
          </ac:spMkLst>
        </pc:spChg>
        <pc:spChg chg="del">
          <ac:chgData name="Cristian Rubio" userId="8dd58e6179b8f369" providerId="LiveId" clId="{C275EF3F-3B15-4401-B7B1-2B7E8C84C799}" dt="2026-01-05T22:42:09.715" v="1622" actId="478"/>
          <ac:spMkLst>
            <pc:docMk/>
            <pc:sldMk cId="2936121953" sldId="260"/>
            <ac:spMk id="20" creationId="{D6F97F26-520E-7D7C-C888-BEDAEADA5819}"/>
          </ac:spMkLst>
        </pc:spChg>
        <pc:spChg chg="del">
          <ac:chgData name="Cristian Rubio" userId="8dd58e6179b8f369" providerId="LiveId" clId="{C275EF3F-3B15-4401-B7B1-2B7E8C84C799}" dt="2026-01-05T22:42:10.187" v="1623" actId="478"/>
          <ac:spMkLst>
            <pc:docMk/>
            <pc:sldMk cId="2936121953" sldId="260"/>
            <ac:spMk id="21" creationId="{AE0C2A8C-C840-17FB-4ED9-6564CBE4159D}"/>
          </ac:spMkLst>
        </pc:spChg>
        <pc:spChg chg="del">
          <ac:chgData name="Cristian Rubio" userId="8dd58e6179b8f369" providerId="LiveId" clId="{C275EF3F-3B15-4401-B7B1-2B7E8C84C799}" dt="2026-01-05T22:42:10.710" v="1624" actId="478"/>
          <ac:spMkLst>
            <pc:docMk/>
            <pc:sldMk cId="2936121953" sldId="260"/>
            <ac:spMk id="22" creationId="{128FD6C3-4B4A-58F9-E6FA-F53AE2313DC9}"/>
          </ac:spMkLst>
        </pc:spChg>
        <pc:spChg chg="del">
          <ac:chgData name="Cristian Rubio" userId="8dd58e6179b8f369" providerId="LiveId" clId="{C275EF3F-3B15-4401-B7B1-2B7E8C84C799}" dt="2026-01-05T22:42:06.332" v="1620" actId="478"/>
          <ac:spMkLst>
            <pc:docMk/>
            <pc:sldMk cId="2936121953" sldId="260"/>
            <ac:spMk id="23" creationId="{ABEED992-B9CE-1DEB-8E46-E27771BF4947}"/>
          </ac:spMkLst>
        </pc:spChg>
        <pc:spChg chg="del">
          <ac:chgData name="Cristian Rubio" userId="8dd58e6179b8f369" providerId="LiveId" clId="{C275EF3F-3B15-4401-B7B1-2B7E8C84C799}" dt="2026-01-05T22:42:04.781" v="1619" actId="478"/>
          <ac:spMkLst>
            <pc:docMk/>
            <pc:sldMk cId="2936121953" sldId="260"/>
            <ac:spMk id="25" creationId="{278D2804-C5AD-0BBD-566B-697351449D4C}"/>
          </ac:spMkLst>
        </pc:spChg>
        <pc:spChg chg="del">
          <ac:chgData name="Cristian Rubio" userId="8dd58e6179b8f369" providerId="LiveId" clId="{C275EF3F-3B15-4401-B7B1-2B7E8C84C799}" dt="2026-01-05T22:42:02.235" v="1618" actId="478"/>
          <ac:spMkLst>
            <pc:docMk/>
            <pc:sldMk cId="2936121953" sldId="260"/>
            <ac:spMk id="26" creationId="{559A34B3-B9F2-2E32-4CFF-5573D93694BF}"/>
          </ac:spMkLst>
        </pc:spChg>
        <pc:grpChg chg="del">
          <ac:chgData name="Cristian Rubio" userId="8dd58e6179b8f369" providerId="LiveId" clId="{C275EF3F-3B15-4401-B7B1-2B7E8C84C799}" dt="2026-01-05T22:42:08.924" v="1621" actId="478"/>
          <ac:grpSpMkLst>
            <pc:docMk/>
            <pc:sldMk cId="2936121953" sldId="260"/>
            <ac:grpSpMk id="19" creationId="{04532292-8311-E4B8-A1E3-485A25E60DCE}"/>
          </ac:grpSpMkLst>
        </pc:grpChg>
        <pc:picChg chg="mod">
          <ac:chgData name="Cristian Rubio" userId="8dd58e6179b8f369" providerId="LiveId" clId="{C275EF3F-3B15-4401-B7B1-2B7E8C84C799}" dt="2026-01-05T22:42:53.992" v="1684" actId="1076"/>
          <ac:picMkLst>
            <pc:docMk/>
            <pc:sldMk cId="2936121953" sldId="260"/>
            <ac:picMk id="27" creationId="{B486A3C5-352B-A682-00F2-3BFD1188400D}"/>
          </ac:picMkLst>
        </pc:picChg>
      </pc:sldChg>
      <pc:sldChg chg="addSp delSp modSp add mod modTransition">
        <pc:chgData name="Cristian Rubio" userId="8dd58e6179b8f369" providerId="LiveId" clId="{C275EF3F-3B15-4401-B7B1-2B7E8C84C799}" dt="2026-01-06T00:05:53.950" v="1908"/>
        <pc:sldMkLst>
          <pc:docMk/>
          <pc:sldMk cId="2055109637" sldId="261"/>
        </pc:sldMkLst>
        <pc:spChg chg="mod">
          <ac:chgData name="Cristian Rubio" userId="8dd58e6179b8f369" providerId="LiveId" clId="{C275EF3F-3B15-4401-B7B1-2B7E8C84C799}" dt="2026-01-05T22:43:33.326" v="1730" actId="20577"/>
          <ac:spMkLst>
            <pc:docMk/>
            <pc:sldMk cId="2055109637" sldId="261"/>
            <ac:spMk id="2" creationId="{8F973529-CAE3-9776-4DBD-650ABA358EDB}"/>
          </ac:spMkLst>
        </pc:spChg>
        <pc:picChg chg="add mod">
          <ac:chgData name="Cristian Rubio" userId="8dd58e6179b8f369" providerId="LiveId" clId="{C275EF3F-3B15-4401-B7B1-2B7E8C84C799}" dt="2026-01-05T22:46:12.597" v="1756" actId="1076"/>
          <ac:picMkLst>
            <pc:docMk/>
            <pc:sldMk cId="2055109637" sldId="261"/>
            <ac:picMk id="4" creationId="{809E07E5-017A-F7F8-4DAD-E8B31C309B79}"/>
          </ac:picMkLst>
        </pc:picChg>
        <pc:picChg chg="add del mod">
          <ac:chgData name="Cristian Rubio" userId="8dd58e6179b8f369" providerId="LiveId" clId="{C275EF3F-3B15-4401-B7B1-2B7E8C84C799}" dt="2026-01-05T23:48:06.079" v="1781" actId="478"/>
          <ac:picMkLst>
            <pc:docMk/>
            <pc:sldMk cId="2055109637" sldId="261"/>
            <ac:picMk id="8" creationId="{B7BDA03F-BEB8-461D-62A1-0C1D39B8BC21}"/>
          </ac:picMkLst>
        </pc:picChg>
        <pc:picChg chg="add mod modCrop">
          <ac:chgData name="Cristian Rubio" userId="8dd58e6179b8f369" providerId="LiveId" clId="{C275EF3F-3B15-4401-B7B1-2B7E8C84C799}" dt="2026-01-05T22:48:24.026" v="1760" actId="14100"/>
          <ac:picMkLst>
            <pc:docMk/>
            <pc:sldMk cId="2055109637" sldId="261"/>
            <ac:picMk id="10" creationId="{BF422F60-CE2C-6150-6B7F-BF72EB295D31}"/>
          </ac:picMkLst>
        </pc:picChg>
        <pc:picChg chg="add mod">
          <ac:chgData name="Cristian Rubio" userId="8dd58e6179b8f369" providerId="LiveId" clId="{C275EF3F-3B15-4401-B7B1-2B7E8C84C799}" dt="2026-01-05T23:48:23.692" v="1787" actId="1440"/>
          <ac:picMkLst>
            <pc:docMk/>
            <pc:sldMk cId="2055109637" sldId="261"/>
            <ac:picMk id="12" creationId="{5F9223CA-1207-CA91-DCE5-60C01B27A3C0}"/>
          </ac:picMkLst>
        </pc:picChg>
        <pc:picChg chg="del">
          <ac:chgData name="Cristian Rubio" userId="8dd58e6179b8f369" providerId="LiveId" clId="{C275EF3F-3B15-4401-B7B1-2B7E8C84C799}" dt="2026-01-05T22:43:36.566" v="1731" actId="478"/>
          <ac:picMkLst>
            <pc:docMk/>
            <pc:sldMk cId="2055109637" sldId="261"/>
            <ac:picMk id="27" creationId="{7FA1E34D-30BE-7BB3-BDDC-67CD4B37AA3F}"/>
          </ac:picMkLst>
        </pc:picChg>
      </pc:sldChg>
      <pc:sldChg chg="addSp delSp modSp add mod modTransition">
        <pc:chgData name="Cristian Rubio" userId="8dd58e6179b8f369" providerId="LiveId" clId="{C275EF3F-3B15-4401-B7B1-2B7E8C84C799}" dt="2026-01-06T00:05:57.672" v="1909"/>
        <pc:sldMkLst>
          <pc:docMk/>
          <pc:sldMk cId="1932484389" sldId="262"/>
        </pc:sldMkLst>
        <pc:spChg chg="mod">
          <ac:chgData name="Cristian Rubio" userId="8dd58e6179b8f369" providerId="LiveId" clId="{C275EF3F-3B15-4401-B7B1-2B7E8C84C799}" dt="2026-01-05T22:48:46.609" v="1777" actId="20577"/>
          <ac:spMkLst>
            <pc:docMk/>
            <pc:sldMk cId="1932484389" sldId="262"/>
            <ac:spMk id="2" creationId="{EB0674E3-E08C-A159-0242-DA62DFD62DB9}"/>
          </ac:spMkLst>
        </pc:spChg>
        <pc:spChg chg="add del mod">
          <ac:chgData name="Cristian Rubio" userId="8dd58e6179b8f369" providerId="LiveId" clId="{C275EF3F-3B15-4401-B7B1-2B7E8C84C799}" dt="2026-01-05T23:52:48.193" v="1799" actId="478"/>
          <ac:spMkLst>
            <pc:docMk/>
            <pc:sldMk cId="1932484389" sldId="262"/>
            <ac:spMk id="3" creationId="{E937FA0F-4117-C3C9-C22B-DE24CF2F0CDC}"/>
          </ac:spMkLst>
        </pc:spChg>
        <pc:spChg chg="add del mod">
          <ac:chgData name="Cristian Rubio" userId="8dd58e6179b8f369" providerId="LiveId" clId="{C275EF3F-3B15-4401-B7B1-2B7E8C84C799}" dt="2026-01-05T23:52:57.744" v="1802" actId="478"/>
          <ac:spMkLst>
            <pc:docMk/>
            <pc:sldMk cId="1932484389" sldId="262"/>
            <ac:spMk id="6" creationId="{BB7F12BF-3530-680F-984E-39C1BEFAE19D}"/>
          </ac:spMkLst>
        </pc:spChg>
        <pc:spChg chg="add mod">
          <ac:chgData name="Cristian Rubio" userId="8dd58e6179b8f369" providerId="LiveId" clId="{C275EF3F-3B15-4401-B7B1-2B7E8C84C799}" dt="2026-01-05T23:56:27.176" v="1861" actId="1076"/>
          <ac:spMkLst>
            <pc:docMk/>
            <pc:sldMk cId="1932484389" sldId="262"/>
            <ac:spMk id="9" creationId="{A315A389-A50E-DFBF-E780-CB09C15CE85D}"/>
          </ac:spMkLst>
        </pc:spChg>
        <pc:spChg chg="add mod">
          <ac:chgData name="Cristian Rubio" userId="8dd58e6179b8f369" providerId="LiveId" clId="{C275EF3F-3B15-4401-B7B1-2B7E8C84C799}" dt="2026-01-05T23:56:27.176" v="1861" actId="1076"/>
          <ac:spMkLst>
            <pc:docMk/>
            <pc:sldMk cId="1932484389" sldId="262"/>
            <ac:spMk id="11" creationId="{948FAD83-0174-A23C-12E2-FA0E751313CD}"/>
          </ac:spMkLst>
        </pc:spChg>
        <pc:picChg chg="del">
          <ac:chgData name="Cristian Rubio" userId="8dd58e6179b8f369" providerId="LiveId" clId="{C275EF3F-3B15-4401-B7B1-2B7E8C84C799}" dt="2026-01-05T22:48:59.424" v="1780" actId="478"/>
          <ac:picMkLst>
            <pc:docMk/>
            <pc:sldMk cId="1932484389" sldId="262"/>
            <ac:picMk id="4" creationId="{48D28B6E-8273-1A1A-13F1-D36D72236A1D}"/>
          </ac:picMkLst>
        </pc:picChg>
        <pc:picChg chg="del">
          <ac:chgData name="Cristian Rubio" userId="8dd58e6179b8f369" providerId="LiveId" clId="{C275EF3F-3B15-4401-B7B1-2B7E8C84C799}" dt="2026-01-05T22:48:58.840" v="1779" actId="478"/>
          <ac:picMkLst>
            <pc:docMk/>
            <pc:sldMk cId="1932484389" sldId="262"/>
            <ac:picMk id="8" creationId="{42E07FB1-4635-F361-B828-4D4C2B0ABB44}"/>
          </ac:picMkLst>
        </pc:picChg>
        <pc:picChg chg="del">
          <ac:chgData name="Cristian Rubio" userId="8dd58e6179b8f369" providerId="LiveId" clId="{C275EF3F-3B15-4401-B7B1-2B7E8C84C799}" dt="2026-01-05T22:48:58.272" v="1778" actId="478"/>
          <ac:picMkLst>
            <pc:docMk/>
            <pc:sldMk cId="1932484389" sldId="262"/>
            <ac:picMk id="10" creationId="{6682BA38-FFE4-CB49-6795-46D1789A3513}"/>
          </ac:picMkLst>
        </pc:picChg>
        <pc:picChg chg="add mod">
          <ac:chgData name="Cristian Rubio" userId="8dd58e6179b8f369" providerId="LiveId" clId="{C275EF3F-3B15-4401-B7B1-2B7E8C84C799}" dt="2026-01-05T23:56:27.176" v="1861" actId="1076"/>
          <ac:picMkLst>
            <pc:docMk/>
            <pc:sldMk cId="1932484389" sldId="262"/>
            <ac:picMk id="2050" creationId="{FBB64AE2-C874-DF91-AC55-2ABB751B8838}"/>
          </ac:picMkLst>
        </pc:picChg>
        <pc:picChg chg="add mod">
          <ac:chgData name="Cristian Rubio" userId="8dd58e6179b8f369" providerId="LiveId" clId="{C275EF3F-3B15-4401-B7B1-2B7E8C84C799}" dt="2026-01-05T23:56:27.176" v="1861" actId="1076"/>
          <ac:picMkLst>
            <pc:docMk/>
            <pc:sldMk cId="1932484389" sldId="262"/>
            <ac:picMk id="2052" creationId="{0EA5F60A-C4AE-C23C-9703-95344CCC741F}"/>
          </ac:picMkLst>
        </pc:picChg>
      </pc:sldChg>
      <pc:sldChg chg="addSp delSp modSp add mod modTransition">
        <pc:chgData name="Cristian Rubio" userId="8dd58e6179b8f369" providerId="LiveId" clId="{C275EF3F-3B15-4401-B7B1-2B7E8C84C799}" dt="2026-01-06T00:06:01.246" v="1910"/>
        <pc:sldMkLst>
          <pc:docMk/>
          <pc:sldMk cId="2021524294" sldId="263"/>
        </pc:sldMkLst>
        <pc:spChg chg="mod">
          <ac:chgData name="Cristian Rubio" userId="8dd58e6179b8f369" providerId="LiveId" clId="{C275EF3F-3B15-4401-B7B1-2B7E8C84C799}" dt="2026-01-06T00:05:12.083" v="1901" actId="1076"/>
          <ac:spMkLst>
            <pc:docMk/>
            <pc:sldMk cId="2021524294" sldId="263"/>
            <ac:spMk id="2" creationId="{A6F47778-BD5D-AA9F-C410-0DDCCB761B0B}"/>
          </ac:spMkLst>
        </pc:spChg>
        <pc:spChg chg="add del">
          <ac:chgData name="Cristian Rubio" userId="8dd58e6179b8f369" providerId="LiveId" clId="{C275EF3F-3B15-4401-B7B1-2B7E8C84C799}" dt="2026-01-06T00:02:59.699" v="1896" actId="478"/>
          <ac:spMkLst>
            <pc:docMk/>
            <pc:sldMk cId="2021524294" sldId="263"/>
            <ac:spMk id="3" creationId="{767FBB66-D681-A848-7981-D9C70BDFC9CA}"/>
          </ac:spMkLst>
        </pc:spChg>
        <pc:spChg chg="del">
          <ac:chgData name="Cristian Rubio" userId="8dd58e6179b8f369" providerId="LiveId" clId="{C275EF3F-3B15-4401-B7B1-2B7E8C84C799}" dt="2026-01-05T23:56:46.935" v="1876" actId="478"/>
          <ac:spMkLst>
            <pc:docMk/>
            <pc:sldMk cId="2021524294" sldId="263"/>
            <ac:spMk id="9" creationId="{48AFE7FE-1A12-9995-4E63-2E234725CD94}"/>
          </ac:spMkLst>
        </pc:spChg>
        <pc:spChg chg="del">
          <ac:chgData name="Cristian Rubio" userId="8dd58e6179b8f369" providerId="LiveId" clId="{C275EF3F-3B15-4401-B7B1-2B7E8C84C799}" dt="2026-01-05T23:56:48.438" v="1878" actId="478"/>
          <ac:spMkLst>
            <pc:docMk/>
            <pc:sldMk cId="2021524294" sldId="263"/>
            <ac:spMk id="11" creationId="{063F5462-D4D8-C38B-0295-A3D04D2A3282}"/>
          </ac:spMkLst>
        </pc:spChg>
        <pc:picChg chg="mod">
          <ac:chgData name="Cristian Rubio" userId="8dd58e6179b8f369" providerId="LiveId" clId="{C275EF3F-3B15-4401-B7B1-2B7E8C84C799}" dt="2026-01-05T23:57:21.257" v="1885" actId="1076"/>
          <ac:picMkLst>
            <pc:docMk/>
            <pc:sldMk cId="2021524294" sldId="263"/>
            <ac:picMk id="5" creationId="{E79D1214-D249-88F4-C9BD-8776CABDB692}"/>
          </ac:picMkLst>
        </pc:picChg>
        <pc:picChg chg="mod">
          <ac:chgData name="Cristian Rubio" userId="8dd58e6179b8f369" providerId="LiveId" clId="{C275EF3F-3B15-4401-B7B1-2B7E8C84C799}" dt="2026-01-05T23:57:25.492" v="1886" actId="1076"/>
          <ac:picMkLst>
            <pc:docMk/>
            <pc:sldMk cId="2021524294" sldId="263"/>
            <ac:picMk id="7" creationId="{EA09F6E6-C70A-15BA-AE62-8A1857F9BE82}"/>
          </ac:picMkLst>
        </pc:picChg>
        <pc:picChg chg="mod">
          <ac:chgData name="Cristian Rubio" userId="8dd58e6179b8f369" providerId="LiveId" clId="{C275EF3F-3B15-4401-B7B1-2B7E8C84C799}" dt="2026-01-05T23:57:30.514" v="1887" actId="1076"/>
          <ac:picMkLst>
            <pc:docMk/>
            <pc:sldMk cId="2021524294" sldId="263"/>
            <ac:picMk id="1026" creationId="{871A5554-38F2-E775-1DD1-D834F87AF224}"/>
          </ac:picMkLst>
        </pc:picChg>
        <pc:picChg chg="del">
          <ac:chgData name="Cristian Rubio" userId="8dd58e6179b8f369" providerId="LiveId" clId="{C275EF3F-3B15-4401-B7B1-2B7E8C84C799}" dt="2026-01-05T23:56:47.678" v="1877" actId="478"/>
          <ac:picMkLst>
            <pc:docMk/>
            <pc:sldMk cId="2021524294" sldId="263"/>
            <ac:picMk id="2050" creationId="{E0ED87C6-AE1B-8C79-7B60-91480E45D393}"/>
          </ac:picMkLst>
        </pc:picChg>
        <pc:picChg chg="del">
          <ac:chgData name="Cristian Rubio" userId="8dd58e6179b8f369" providerId="LiveId" clId="{C275EF3F-3B15-4401-B7B1-2B7E8C84C799}" dt="2026-01-05T23:56:48.957" v="1879" actId="478"/>
          <ac:picMkLst>
            <pc:docMk/>
            <pc:sldMk cId="2021524294" sldId="263"/>
            <ac:picMk id="2052" creationId="{0233EAC9-2B2B-A9FF-D4C2-C250A755FF7B}"/>
          </ac:picMkLst>
        </pc:picChg>
        <pc:picChg chg="add del mod">
          <ac:chgData name="Cristian Rubio" userId="8dd58e6179b8f369" providerId="LiveId" clId="{C275EF3F-3B15-4401-B7B1-2B7E8C84C799}" dt="2026-01-06T00:00:58.454" v="1894" actId="478"/>
          <ac:picMkLst>
            <pc:docMk/>
            <pc:sldMk cId="2021524294" sldId="263"/>
            <ac:picMk id="8194" creationId="{91800E68-9BAB-038E-2B5A-CAE96AD9ECD9}"/>
          </ac:picMkLst>
        </pc:picChg>
        <pc:picChg chg="add mod">
          <ac:chgData name="Cristian Rubio" userId="8dd58e6179b8f369" providerId="LiveId" clId="{C275EF3F-3B15-4401-B7B1-2B7E8C84C799}" dt="2026-01-06T00:05:14.857" v="1902" actId="1076"/>
          <ac:picMkLst>
            <pc:docMk/>
            <pc:sldMk cId="2021524294" sldId="263"/>
            <ac:picMk id="8198" creationId="{808BACF7-959B-876C-D91B-FE8FD5854E1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15C5-C582-7BBE-2B92-4ADD68950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C2D630-5D4D-B91F-C4BC-E43F86858C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029F8-E3B6-80B1-9262-36D79498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34DF5-8323-A004-9932-E2063EB3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DCCF2-330B-8B60-511F-D433E6DF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5925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858FB-86B7-5022-3A1D-4C494587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65120-4B92-2704-B6B0-1C89F5F34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3E416-2FEB-E155-E975-2DC67F6A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D5DDB-4B61-E955-3BC5-944CF04B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348F4-8350-0D87-E762-D0D9D0A5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21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9DE3-0CAB-082F-026B-29BDDB66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4EE8F-C152-D575-1B25-9F24AE240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90838-9355-4F09-875F-B4D7C0D13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89F9E-A355-B724-0DC3-D8270C59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5902E-53AC-410F-08FB-AD078A33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348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11FF-3923-64C6-02F7-4C13C9F5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8E81-235E-106D-3975-EFBFD67B41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29E03C-A0D5-F244-C4C3-452B5A525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DD015-C607-A020-1465-B7A657EC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17A48-BC72-6666-16B0-28A9BD32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9FAF8-7854-5C94-EB47-C5DEDD94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0658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10344-4110-7C87-7D22-CF99D9FCC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2BF08-E0FD-7928-06F0-18FD5EDBC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5EB57-F6A5-3025-FCE1-E6CB419EE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DBD84-E943-B7F6-EB60-24131D931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58F819-409F-8688-4CBB-6A982E1DB3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1B7478-B63F-95E0-D8CB-48A4CB09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10452-A7EA-DE79-C426-E16589C0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C2ACE-A88B-DA5D-E346-8CA5B934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378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91D3-C68C-EA46-BF79-1E7D8792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1218A-F4A2-A4EE-3DD8-0D96398C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BF042-72B5-EA7D-0F31-50ECE8F8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E9BB4C-1F54-AEB9-FA61-1EE8EA94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6722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94C3CA-2B78-D942-32F9-BB133629C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20E20-9912-C8B0-0ADE-486D7495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B9350-2791-7524-98D6-CBDF7C0E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930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C5E6-81B1-C439-F0E6-104BD2BCF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1A8AD-71EA-5121-772C-4A804D87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E187B-D611-EECC-A34C-4CC728874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7B82B-819E-C07E-33E4-A61259B5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5085D-39D5-D56D-FEC1-EE43DCB4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CCD503-4A6F-E189-A767-1BDD395A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0001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4C9E5-4651-2BA5-1AD9-6308D3DF2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38CB2-D854-49D8-5294-87653ED80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9ACCDE-C142-FDBD-69EA-7B16C27B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E9151-922E-60E5-7056-3295F0C50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965D6-48B8-30C0-0917-1398A394E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A3C49-D538-05DE-842F-0A30B3EED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084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04B8-7F23-828E-E8F7-E9AC0B979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6D8E03-04D2-5C6F-B3E7-34090E946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6343E-063B-73D9-A739-C6108F06A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E5124-1B3F-6D6B-0A76-3A87C07D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03C20-6F1E-9DDD-7877-374A5048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815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30C593-5035-E871-BBD8-95BD525EBF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2FCFAC-1259-61C7-BA62-C2E66E243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8FCFF-F151-18C1-1828-226B6BA8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67BCE-F55D-56EC-89BF-9F807AD8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D6305-33B1-733E-BB2C-0E9F4E619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396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0F1A2-86C9-172E-AF63-712B8F9D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844AB-1C89-F033-EF4E-9BFE9E74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581A2-3E07-9BC9-A23A-430D9DCB10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D09ED-EEBF-453B-83C5-1581437C8389}" type="datetimeFigureOut">
              <a:rPr lang="es-CO" smtClean="0"/>
              <a:t>5/01/2026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A4947-AED1-E758-ECAE-B4CC5803D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2AABF-5F95-8A7F-8750-391A07F37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B4BEA-C583-4361-B86F-67D233C47F0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561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83EE1091-3695-6B90-114D-BA9600698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2940025">
            <a:off x="9173651" y="2712764"/>
            <a:ext cx="3275017" cy="65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9A55CD-584D-0FDF-FBA4-3C7C7FF33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1264" y="1643912"/>
            <a:ext cx="8729472" cy="1801196"/>
          </a:xfrm>
        </p:spPr>
        <p:txBody>
          <a:bodyPr>
            <a:normAutofit/>
          </a:bodyPr>
          <a:lstStyle/>
          <a:p>
            <a:r>
              <a:rPr lang="es-CO" sz="4800" dirty="0">
                <a:solidFill>
                  <a:srgbClr val="8A0000"/>
                </a:solidFill>
              </a:rPr>
              <a:t>PRESENTACIÓN PRUEBA TÉCNICA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0FECE1-ECB1-94C8-9849-975D44BFF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60704"/>
          </a:xfrm>
        </p:spPr>
        <p:txBody>
          <a:bodyPr/>
          <a:lstStyle/>
          <a:p>
            <a:r>
              <a:rPr lang="es-CO" dirty="0"/>
              <a:t>Desarrollador Full </a:t>
            </a:r>
            <a:r>
              <a:rPr lang="es-CO" dirty="0" err="1"/>
              <a:t>Stack</a:t>
            </a:r>
            <a:r>
              <a:rPr lang="es-CO" dirty="0"/>
              <a:t> – MID</a:t>
            </a:r>
          </a:p>
          <a:p>
            <a:r>
              <a:rPr lang="es-CO" dirty="0"/>
              <a:t>Cristian Fidel Rubio Pacheco</a:t>
            </a: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228A2BED-8298-CA73-E7F5-473169DCF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0350" y="5266353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10E6BDD7-EFC0-1AF5-AF37-0BE51AD89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2940025">
            <a:off x="-256667" y="-2340627"/>
            <a:ext cx="3275017" cy="657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54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40529-9E9F-68C6-3A6E-11DB77D5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C268E41E-8F44-D675-F9C5-1C9BD76CC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766D80F1-A1BC-7667-EB2B-886B6D4828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21EEEC-0DD8-BF75-3BD5-FDCB43487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263175"/>
            <a:ext cx="8729472" cy="824410"/>
          </a:xfrm>
        </p:spPr>
        <p:txBody>
          <a:bodyPr>
            <a:normAutofit/>
          </a:bodyPr>
          <a:lstStyle/>
          <a:p>
            <a:r>
              <a:rPr lang="es-CO" sz="4800" dirty="0" err="1">
                <a:solidFill>
                  <a:srgbClr val="8A0000"/>
                </a:solidFill>
              </a:rPr>
              <a:t>Stack</a:t>
            </a:r>
            <a:r>
              <a:rPr lang="es-CO" sz="4800" dirty="0">
                <a:solidFill>
                  <a:srgbClr val="8A0000"/>
                </a:solidFill>
              </a:rPr>
              <a:t> Tecnológico</a:t>
            </a: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5523D41D-038B-DAE4-75AB-FCD586612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5724A8-057E-ACE9-2746-0E013D512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51068"/>
              </p:ext>
            </p:extLst>
          </p:nvPr>
        </p:nvGraphicFramePr>
        <p:xfrm>
          <a:off x="2834989" y="2880132"/>
          <a:ext cx="1712648" cy="16357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12648">
                  <a:extLst>
                    <a:ext uri="{9D8B030D-6E8A-4147-A177-3AD203B41FA5}">
                      <a16:colId xmlns:a16="http://schemas.microsoft.com/office/drawing/2014/main" val="121386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 err="1"/>
                        <a:t>Frontend</a:t>
                      </a:r>
                      <a:endParaRPr lang="es-CO" sz="1600" dirty="0"/>
                    </a:p>
                  </a:txBody>
                  <a:tcPr>
                    <a:solidFill>
                      <a:srgbClr val="8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92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Angular 21+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Bootstrap 5.3.8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 err="1"/>
                        <a:t>Typescript</a:t>
                      </a:r>
                      <a:r>
                        <a:rPr lang="es-CO" sz="1100" dirty="0"/>
                        <a:t> 5.9.2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 err="1"/>
                        <a:t>Node</a:t>
                      </a:r>
                      <a:r>
                        <a:rPr lang="es-CO" sz="1100" dirty="0"/>
                        <a:t> 22.21.0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NPM 10.9.4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SCSS 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3156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6901F6-73E8-9E64-37BE-C81D9D4F8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540984"/>
              </p:ext>
            </p:extLst>
          </p:nvPr>
        </p:nvGraphicFramePr>
        <p:xfrm>
          <a:off x="1066675" y="1296898"/>
          <a:ext cx="1712648" cy="965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12648">
                  <a:extLst>
                    <a:ext uri="{9D8B030D-6E8A-4147-A177-3AD203B41FA5}">
                      <a16:colId xmlns:a16="http://schemas.microsoft.com/office/drawing/2014/main" val="121386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 err="1"/>
                        <a:t>Backend</a:t>
                      </a:r>
                      <a:endParaRPr lang="es-CO" sz="1600" dirty="0"/>
                    </a:p>
                  </a:txBody>
                  <a:tcPr>
                    <a:solidFill>
                      <a:srgbClr val="8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92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.</a:t>
                      </a:r>
                      <a:r>
                        <a:rPr lang="es-CO" sz="1100" b="1" dirty="0"/>
                        <a:t>NET 10 (C#)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100" dirty="0"/>
                        <a:t>ASP.NET Core Web API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315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F47033A-6CB7-2E28-E216-64F559BFD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197768"/>
              </p:ext>
            </p:extLst>
          </p:nvPr>
        </p:nvGraphicFramePr>
        <p:xfrm>
          <a:off x="4547637" y="1296898"/>
          <a:ext cx="1712648" cy="11328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12648">
                  <a:extLst>
                    <a:ext uri="{9D8B030D-6E8A-4147-A177-3AD203B41FA5}">
                      <a16:colId xmlns:a16="http://schemas.microsoft.com/office/drawing/2014/main" val="121386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Base de datos</a:t>
                      </a:r>
                    </a:p>
                  </a:txBody>
                  <a:tcPr>
                    <a:solidFill>
                      <a:srgbClr val="8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92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SQL Server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 err="1"/>
                        <a:t>Entity</a:t>
                      </a:r>
                      <a:r>
                        <a:rPr lang="es-CO" sz="1100" dirty="0"/>
                        <a:t> Framework Core 10.0.1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 err="1"/>
                        <a:t>Swagger</a:t>
                      </a:r>
                      <a:r>
                        <a:rPr lang="es-CO" sz="1100" dirty="0"/>
                        <a:t> 10.1.0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3156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D5716AE-7A56-0CFD-6F71-069D3B957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689783"/>
              </p:ext>
            </p:extLst>
          </p:nvPr>
        </p:nvGraphicFramePr>
        <p:xfrm>
          <a:off x="8028600" y="1296898"/>
          <a:ext cx="1712648" cy="96520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12648">
                  <a:extLst>
                    <a:ext uri="{9D8B030D-6E8A-4147-A177-3AD203B41FA5}">
                      <a16:colId xmlns:a16="http://schemas.microsoft.com/office/drawing/2014/main" val="121386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Seguridad</a:t>
                      </a:r>
                    </a:p>
                  </a:txBody>
                  <a:tcPr>
                    <a:solidFill>
                      <a:srgbClr val="8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92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JWT (JSON Web Tokens)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 err="1"/>
                        <a:t>AuthGuards</a:t>
                      </a:r>
                      <a:endParaRPr lang="es-CO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3156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9F477C1-F755-E159-E1E4-24795E3F0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93901"/>
              </p:ext>
            </p:extLst>
          </p:nvPr>
        </p:nvGraphicFramePr>
        <p:xfrm>
          <a:off x="6260285" y="2885970"/>
          <a:ext cx="1712648" cy="113284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1712648">
                  <a:extLst>
                    <a:ext uri="{9D8B030D-6E8A-4147-A177-3AD203B41FA5}">
                      <a16:colId xmlns:a16="http://schemas.microsoft.com/office/drawing/2014/main" val="1213865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1600" dirty="0"/>
                        <a:t>Herramientas</a:t>
                      </a:r>
                    </a:p>
                  </a:txBody>
                  <a:tcPr>
                    <a:solidFill>
                      <a:srgbClr val="8A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924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Visual Studio </a:t>
                      </a:r>
                      <a:r>
                        <a:rPr lang="es-CO" sz="1100" dirty="0" err="1"/>
                        <a:t>Code</a:t>
                      </a:r>
                      <a:endParaRPr lang="es-CO" sz="1100" dirty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Visual Studio 2026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Git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s-CO" sz="1100" dirty="0"/>
                        <a:t>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131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850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5D2F3-195A-C72D-65F8-F3EA8A91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F35767FE-6D51-7426-AB24-CA50CD24F8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62CBF223-02FA-7922-6A0B-2C3C34968C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42F81C-CB05-C2D7-DE77-E64DDD88F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645323"/>
            <a:ext cx="8729472" cy="82441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rgbClr val="8A0000"/>
                </a:solidFill>
              </a:rPr>
              <a:t>Arquitectura y Flujo de Datos</a:t>
            </a:r>
            <a:endParaRPr lang="es-CO" sz="4800" dirty="0">
              <a:solidFill>
                <a:srgbClr val="8A0000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A500DD35-CE2F-5287-E961-7AC821BC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FAA3CAC1-EC24-BEA6-F1CE-8C70F2504EC7}"/>
              </a:ext>
            </a:extLst>
          </p:cNvPr>
          <p:cNvGrpSpPr/>
          <p:nvPr/>
        </p:nvGrpSpPr>
        <p:grpSpPr>
          <a:xfrm>
            <a:off x="648784" y="1714713"/>
            <a:ext cx="9163168" cy="477724"/>
            <a:chOff x="504752" y="1623982"/>
            <a:chExt cx="9163168" cy="47772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BF76788-D834-02CB-9899-04E3B1321030}"/>
                </a:ext>
              </a:extLst>
            </p:cNvPr>
            <p:cNvGrpSpPr/>
            <p:nvPr/>
          </p:nvGrpSpPr>
          <p:grpSpPr>
            <a:xfrm>
              <a:off x="6427920" y="1623982"/>
              <a:ext cx="3240000" cy="477724"/>
              <a:chOff x="6427920" y="1623982"/>
              <a:chExt cx="3240000" cy="477724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030DC7A2-5A0D-4166-458F-A9CB63D32B7F}"/>
                  </a:ext>
                </a:extLst>
              </p:cNvPr>
              <p:cNvSpPr/>
              <p:nvPr/>
            </p:nvSpPr>
            <p:spPr>
              <a:xfrm>
                <a:off x="6427920" y="1623982"/>
                <a:ext cx="3240000" cy="477724"/>
              </a:xfrm>
              <a:prstGeom prst="homePlate">
                <a:avLst/>
              </a:prstGeom>
              <a:solidFill>
                <a:srgbClr val="EB757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CC17905-5A47-A61E-D185-030787848626}"/>
                  </a:ext>
                </a:extLst>
              </p:cNvPr>
              <p:cNvSpPr txBox="1"/>
              <p:nvPr/>
            </p:nvSpPr>
            <p:spPr>
              <a:xfrm>
                <a:off x="7026618" y="1708955"/>
                <a:ext cx="20426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dirty="0">
                    <a:solidFill>
                      <a:schemeClr val="bg1"/>
                    </a:solidFill>
                  </a:rPr>
                  <a:t>CAPA SERVIDOR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C323657-D237-C9C5-A4EB-8D83435257F3}"/>
                </a:ext>
              </a:extLst>
            </p:cNvPr>
            <p:cNvGrpSpPr/>
            <p:nvPr/>
          </p:nvGrpSpPr>
          <p:grpSpPr>
            <a:xfrm>
              <a:off x="3487269" y="1623982"/>
              <a:ext cx="3240000" cy="477724"/>
              <a:chOff x="3122536" y="1623982"/>
              <a:chExt cx="3240000" cy="477724"/>
            </a:xfrm>
          </p:grpSpPr>
          <p:sp>
            <p:nvSpPr>
              <p:cNvPr id="6" name="Arrow: Pentagon 5">
                <a:extLst>
                  <a:ext uri="{FF2B5EF4-FFF2-40B4-BE49-F238E27FC236}">
                    <a16:creationId xmlns:a16="http://schemas.microsoft.com/office/drawing/2014/main" id="{44EC098E-9E57-1C9F-E175-1C4A1F4BAAE8}"/>
                  </a:ext>
                </a:extLst>
              </p:cNvPr>
              <p:cNvSpPr/>
              <p:nvPr/>
            </p:nvSpPr>
            <p:spPr>
              <a:xfrm>
                <a:off x="3122536" y="1623982"/>
                <a:ext cx="3240000" cy="477724"/>
              </a:xfrm>
              <a:prstGeom prst="homePlate">
                <a:avLst/>
              </a:prstGeom>
              <a:solidFill>
                <a:srgbClr val="E028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B960A01-F05A-BE60-D1FC-DB06A144D204}"/>
                  </a:ext>
                </a:extLst>
              </p:cNvPr>
              <p:cNvSpPr txBox="1"/>
              <p:nvPr/>
            </p:nvSpPr>
            <p:spPr>
              <a:xfrm>
                <a:off x="3679368" y="1708956"/>
                <a:ext cx="20426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dirty="0">
                    <a:solidFill>
                      <a:schemeClr val="bg1"/>
                    </a:solidFill>
                  </a:rPr>
                  <a:t>CAPA COMUNICACIÓN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F4C49EE-6A75-65EB-A448-7166327E3EF6}"/>
                </a:ext>
              </a:extLst>
            </p:cNvPr>
            <p:cNvGrpSpPr/>
            <p:nvPr/>
          </p:nvGrpSpPr>
          <p:grpSpPr>
            <a:xfrm>
              <a:off x="504752" y="1623982"/>
              <a:ext cx="3240000" cy="477724"/>
              <a:chOff x="0" y="1623982"/>
              <a:chExt cx="3240000" cy="477724"/>
            </a:xfrm>
          </p:grpSpPr>
          <p:sp>
            <p:nvSpPr>
              <p:cNvPr id="3" name="Arrow: Pentagon 2">
                <a:extLst>
                  <a:ext uri="{FF2B5EF4-FFF2-40B4-BE49-F238E27FC236}">
                    <a16:creationId xmlns:a16="http://schemas.microsoft.com/office/drawing/2014/main" id="{5BEE9BF3-F3AF-A403-B4C0-76CE5BA183B3}"/>
                  </a:ext>
                </a:extLst>
              </p:cNvPr>
              <p:cNvSpPr/>
              <p:nvPr/>
            </p:nvSpPr>
            <p:spPr>
              <a:xfrm>
                <a:off x="0" y="1623982"/>
                <a:ext cx="3240000" cy="477724"/>
              </a:xfrm>
              <a:prstGeom prst="homePlate">
                <a:avLst/>
              </a:prstGeom>
              <a:solidFill>
                <a:srgbClr val="AF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A88CF99-7C63-CA76-AE88-11B07F953632}"/>
                  </a:ext>
                </a:extLst>
              </p:cNvPr>
              <p:cNvSpPr txBox="1"/>
              <p:nvPr/>
            </p:nvSpPr>
            <p:spPr>
              <a:xfrm>
                <a:off x="688632" y="1708955"/>
                <a:ext cx="16008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dirty="0">
                    <a:solidFill>
                      <a:schemeClr val="bg1"/>
                    </a:solidFill>
                  </a:rPr>
                  <a:t>CAPA DE CLIENTE</a:t>
                </a: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0F5CBFD-2012-6FEE-F934-DF8122A542B3}"/>
              </a:ext>
            </a:extLst>
          </p:cNvPr>
          <p:cNvSpPr/>
          <p:nvPr/>
        </p:nvSpPr>
        <p:spPr>
          <a:xfrm>
            <a:off x="648783" y="2192436"/>
            <a:ext cx="2998560" cy="2473128"/>
          </a:xfrm>
          <a:prstGeom prst="rect">
            <a:avLst/>
          </a:prstGeom>
          <a:solidFill>
            <a:srgbClr val="AF19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D36367-9A0E-47FB-D03B-238D72DA1034}"/>
              </a:ext>
            </a:extLst>
          </p:cNvPr>
          <p:cNvSpPr/>
          <p:nvPr/>
        </p:nvSpPr>
        <p:spPr>
          <a:xfrm>
            <a:off x="3647343" y="2192436"/>
            <a:ext cx="2998560" cy="2473128"/>
          </a:xfrm>
          <a:prstGeom prst="rect">
            <a:avLst/>
          </a:prstGeom>
          <a:solidFill>
            <a:srgbClr val="E0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6B1C87-1DA3-0DEA-C5FA-9554EAD16C11}"/>
              </a:ext>
            </a:extLst>
          </p:cNvPr>
          <p:cNvSpPr/>
          <p:nvPr/>
        </p:nvSpPr>
        <p:spPr>
          <a:xfrm>
            <a:off x="6629861" y="2192436"/>
            <a:ext cx="2947527" cy="2473128"/>
          </a:xfrm>
          <a:prstGeom prst="rect">
            <a:avLst/>
          </a:prstGeom>
          <a:solidFill>
            <a:srgbClr val="EB7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91D705-DCEC-CE38-1391-AB482635D3BD}"/>
              </a:ext>
            </a:extLst>
          </p:cNvPr>
          <p:cNvSpPr txBox="1"/>
          <p:nvPr/>
        </p:nvSpPr>
        <p:spPr>
          <a:xfrm>
            <a:off x="986052" y="2530919"/>
            <a:ext cx="2565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Componentes </a:t>
            </a:r>
            <a:r>
              <a:rPr lang="es-CO" sz="1600" dirty="0" err="1">
                <a:solidFill>
                  <a:schemeClr val="bg1"/>
                </a:solidFill>
              </a:rPr>
              <a:t>Standalone</a:t>
            </a: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Servicios e inyección</a:t>
            </a:r>
          </a:p>
          <a:p>
            <a:pPr marL="342900" indent="-342900">
              <a:buAutoNum type="arabicPeriod"/>
            </a:pP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Seguridad Activa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A3DCB3-EA37-2D37-3A71-3BBC8C38E465}"/>
              </a:ext>
            </a:extLst>
          </p:cNvPr>
          <p:cNvSpPr txBox="1"/>
          <p:nvPr/>
        </p:nvSpPr>
        <p:spPr>
          <a:xfrm>
            <a:off x="3984611" y="2530919"/>
            <a:ext cx="2565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600" dirty="0" err="1">
                <a:solidFill>
                  <a:schemeClr val="bg1"/>
                </a:solidFill>
              </a:rPr>
              <a:t>RESTful</a:t>
            </a:r>
            <a:r>
              <a:rPr lang="es-CO" sz="1600" dirty="0">
                <a:solidFill>
                  <a:schemeClr val="bg1"/>
                </a:solidFill>
              </a:rPr>
              <a:t> API</a:t>
            </a:r>
          </a:p>
          <a:p>
            <a:pPr marL="342900" indent="-342900">
              <a:buAutoNum type="arabicPeriod"/>
            </a:pP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Intercambio de Datos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C5D1A7-A9D0-E508-3ED8-6F02AE1A6108}"/>
              </a:ext>
            </a:extLst>
          </p:cNvPr>
          <p:cNvSpPr txBox="1"/>
          <p:nvPr/>
        </p:nvSpPr>
        <p:spPr>
          <a:xfrm>
            <a:off x="6741730" y="2530918"/>
            <a:ext cx="2565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Controladores Desacoplados</a:t>
            </a:r>
          </a:p>
          <a:p>
            <a:pPr marL="342900" indent="-342900">
              <a:buAutoNum type="arabicPeriod"/>
            </a:pP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sz="1600" dirty="0">
                <a:solidFill>
                  <a:schemeClr val="bg1"/>
                </a:solidFill>
              </a:rPr>
              <a:t>Middleware de CORS</a:t>
            </a:r>
          </a:p>
          <a:p>
            <a:pPr marL="342900" indent="-342900">
              <a:buAutoNum type="arabicPeriod"/>
            </a:pPr>
            <a:endParaRPr lang="es-CO" sz="1600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s-CO" sz="1600" dirty="0" err="1">
                <a:solidFill>
                  <a:schemeClr val="bg1"/>
                </a:solidFill>
              </a:rPr>
              <a:t>Entity</a:t>
            </a:r>
            <a:r>
              <a:rPr lang="es-CO" sz="1600" dirty="0">
                <a:solidFill>
                  <a:schemeClr val="bg1"/>
                </a:solidFill>
              </a:rPr>
              <a:t> Framework Core</a:t>
            </a:r>
          </a:p>
        </p:txBody>
      </p:sp>
    </p:spTree>
    <p:extLst>
      <p:ext uri="{BB962C8B-B14F-4D97-AF65-F5344CB8AC3E}">
        <p14:creationId xmlns:p14="http://schemas.microsoft.com/office/powerpoint/2010/main" val="2713087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2EDC-6E72-866E-363E-E3A7E6E6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15A31024-3A26-7371-4F21-9A5602029F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743EEB39-F23C-4BA1-4DE9-13947AF05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379AB7-C87E-79D4-8F66-51F22378E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5630" y="1008185"/>
            <a:ext cx="7469476" cy="1340779"/>
          </a:xfrm>
        </p:spPr>
        <p:txBody>
          <a:bodyPr>
            <a:normAutofit fontScale="90000"/>
          </a:bodyPr>
          <a:lstStyle/>
          <a:p>
            <a:r>
              <a:rPr lang="es-MX" sz="4800" dirty="0">
                <a:solidFill>
                  <a:srgbClr val="AF1919"/>
                </a:solidFill>
              </a:rPr>
              <a:t>Gestión y Mantenimiento de Geografía</a:t>
            </a:r>
            <a:endParaRPr lang="es-CO" sz="4800" dirty="0">
              <a:solidFill>
                <a:srgbClr val="AF1919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122A64E1-8F19-1260-8CAF-5F09A484E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C48ED21-E2EF-77A4-84E9-C03D20B7A4D9}"/>
              </a:ext>
            </a:extLst>
          </p:cNvPr>
          <p:cNvSpPr txBox="1">
            <a:spLocks/>
          </p:cNvSpPr>
          <p:nvPr/>
        </p:nvSpPr>
        <p:spPr>
          <a:xfrm>
            <a:off x="3158783" y="2825262"/>
            <a:ext cx="4143170" cy="94219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AutoNum type="arabicPeriod"/>
            </a:pPr>
            <a:r>
              <a:rPr lang="es-MX" sz="2000" dirty="0"/>
              <a:t>Modelo de datos Relacional</a:t>
            </a:r>
          </a:p>
          <a:p>
            <a:pPr marL="342900" indent="-342900" algn="l">
              <a:buAutoNum type="arabicPeriod"/>
            </a:pPr>
            <a:r>
              <a:rPr lang="es-MX" sz="2000" dirty="0"/>
              <a:t>Interfaz de Usuario (UI) Dinámica</a:t>
            </a:r>
          </a:p>
          <a:p>
            <a:pPr marL="342900" indent="-342900" algn="l">
              <a:buAutoNum type="arabicPeriod"/>
            </a:pPr>
            <a:r>
              <a:rPr lang="es-MX" sz="2000" dirty="0"/>
              <a:t>Operaciones CRUD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688610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FC23B-DAEA-E71C-C30A-7E220971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36E0285F-8175-AD2F-A96C-5F5529FFC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7144D5AC-90A5-A6FE-1215-4D384F06B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03BF74-EB7E-78F5-BE74-AB85E8CD8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246917"/>
            <a:ext cx="8729472" cy="82441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rgbClr val="8A0000"/>
                </a:solidFill>
              </a:rPr>
              <a:t>Modelo de Datos Relacional</a:t>
            </a:r>
            <a:endParaRPr lang="es-CO" sz="4800" dirty="0">
              <a:solidFill>
                <a:srgbClr val="8A0000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AC3CC3E0-FB64-B3CD-9B24-E0C5855D9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486A3C5-352B-A682-00F2-3BFD11884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324" y="1143714"/>
            <a:ext cx="3646087" cy="356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121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7FDCC-4013-3D6F-0E12-4A8C7D9E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E7FDEF22-17E3-C687-3490-853406EDD3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3FB56C75-0C66-01E8-391E-4DA5070341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973529-CAE3-9776-4DBD-650ABA358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246917"/>
            <a:ext cx="8729472" cy="82441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rgbClr val="8A0000"/>
                </a:solidFill>
              </a:rPr>
              <a:t>Interfaz de Usuario (UI) Dinámica</a:t>
            </a:r>
            <a:endParaRPr lang="es-CO" sz="4800" dirty="0">
              <a:solidFill>
                <a:srgbClr val="8A0000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EB10A698-F158-FCF3-C7E4-A4A339AA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9E07E5-017A-F7F8-4DAD-E8B31C309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152194"/>
            <a:ext cx="3694176" cy="17629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422F60-CE2C-6150-6B7F-BF72EB295D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58" b="24394"/>
          <a:stretch>
            <a:fillRect/>
          </a:stretch>
        </p:blipFill>
        <p:spPr>
          <a:xfrm>
            <a:off x="865632" y="1183905"/>
            <a:ext cx="3550818" cy="17629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9223CA-1207-CA91-DCE5-60C01B27A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5135" y="1163149"/>
            <a:ext cx="3694176" cy="17836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5109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80AE-3C01-492F-1CE5-5817236B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69B016E5-90E0-303A-DF51-FC9EA6DF5D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286980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B919FC5C-553A-488B-15C9-2C44DD3529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10460736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0674E3-E08C-A159-0242-DA62DFD62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632" y="246917"/>
            <a:ext cx="8729472" cy="82441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rgbClr val="8A0000"/>
                </a:solidFill>
              </a:rPr>
              <a:t>Operaciones CRUD</a:t>
            </a:r>
            <a:endParaRPr lang="es-CO" sz="4800" dirty="0">
              <a:solidFill>
                <a:srgbClr val="8A0000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EDF31B40-A652-AF36-963B-359325D85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0384" y="5278668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15A389-A50E-DFBF-E780-CB09C15CE85D}"/>
              </a:ext>
            </a:extLst>
          </p:cNvPr>
          <p:cNvSpPr/>
          <p:nvPr/>
        </p:nvSpPr>
        <p:spPr>
          <a:xfrm>
            <a:off x="1620247" y="1820838"/>
            <a:ext cx="2614247" cy="644769"/>
          </a:xfrm>
          <a:prstGeom prst="roundRect">
            <a:avLst/>
          </a:prstGeom>
          <a:solidFill>
            <a:srgbClr val="A113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Consumo de API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8FAD83-0174-A23C-12E2-FA0E751313CD}"/>
              </a:ext>
            </a:extLst>
          </p:cNvPr>
          <p:cNvSpPr/>
          <p:nvPr/>
        </p:nvSpPr>
        <p:spPr>
          <a:xfrm>
            <a:off x="6226243" y="1820838"/>
            <a:ext cx="2614247" cy="644769"/>
          </a:xfrm>
          <a:prstGeom prst="roundRect">
            <a:avLst/>
          </a:prstGeom>
          <a:solidFill>
            <a:srgbClr val="EB7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Feedback</a:t>
            </a:r>
            <a:r>
              <a:rPr lang="es-CO" dirty="0"/>
              <a:t> al Usuario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BB64AE2-C874-DF91-AC55-2ABB751B8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293" y="2756893"/>
            <a:ext cx="2110154" cy="158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formación de advertencia y mensajes emergentes de error para el diseño de  aplicaciones móviles Cuadro de interfaz de usuario de alerta | Vector  Premium">
            <a:extLst>
              <a:ext uri="{FF2B5EF4-FFF2-40B4-BE49-F238E27FC236}">
                <a16:creationId xmlns:a16="http://schemas.microsoft.com/office/drawing/2014/main" id="{0EA5F60A-C4AE-C23C-9703-95344CCC74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28" t="18433" r="20312" b="16578"/>
          <a:stretch>
            <a:fillRect/>
          </a:stretch>
        </p:blipFill>
        <p:spPr bwMode="auto">
          <a:xfrm>
            <a:off x="6284858" y="2840875"/>
            <a:ext cx="2450124" cy="14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484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C06AF-9013-9E12-12F3-CF14807C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E79D1214-D249-88F4-C9BD-8776CABDB6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 rot="5400000">
            <a:off x="5376000" y="-5069996"/>
            <a:ext cx="1440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EA09F6E6-C70A-15BA-AE62-8A1857F9B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4" b="66439"/>
          <a:stretch>
            <a:fillRect/>
          </a:stretch>
        </p:blipFill>
        <p:spPr bwMode="auto">
          <a:xfrm>
            <a:off x="273381" y="0"/>
            <a:ext cx="1440000" cy="690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F47778-BD5D-AA9F-C410-0DDCCB761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1693" y="2052008"/>
            <a:ext cx="8729472" cy="824410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rgbClr val="8A0000"/>
                </a:solidFill>
              </a:rPr>
              <a:t>Vamos a verlo</a:t>
            </a:r>
            <a:endParaRPr lang="es-CO" sz="4800" dirty="0">
              <a:solidFill>
                <a:srgbClr val="8A0000"/>
              </a:solidFill>
            </a:endParaRPr>
          </a:p>
        </p:txBody>
      </p:sp>
      <p:pic>
        <p:nvPicPr>
          <p:cNvPr id="1026" name="Picture 2" descr="Trabajar en Bextechnology S.A.S Colombia - Información Laboral Enero 2026">
            <a:extLst>
              <a:ext uri="{FF2B5EF4-FFF2-40B4-BE49-F238E27FC236}">
                <a16:creationId xmlns:a16="http://schemas.microsoft.com/office/drawing/2014/main" id="{871A5554-38F2-E775-1DD1-D834F87A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9" y="495652"/>
            <a:ext cx="1060704" cy="106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Codigo programacion concepto: Más de 90,725 ilustraciones y dibujos de  stock con licencia libres de regalías | Shutterstock">
            <a:extLst>
              <a:ext uri="{FF2B5EF4-FFF2-40B4-BE49-F238E27FC236}">
                <a16:creationId xmlns:a16="http://schemas.microsoft.com/office/drawing/2014/main" id="{808BACF7-959B-876C-D91B-FE8FD5854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4991" y="2876418"/>
            <a:ext cx="4722876" cy="3542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524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141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PRESENTACIÓN PRUEBA TÉCNICA</vt:lpstr>
      <vt:lpstr>Stack Tecnológico</vt:lpstr>
      <vt:lpstr>Arquitectura y Flujo de Datos</vt:lpstr>
      <vt:lpstr>Gestión y Mantenimiento de Geografía</vt:lpstr>
      <vt:lpstr>Modelo de Datos Relacional</vt:lpstr>
      <vt:lpstr>Interfaz de Usuario (UI) Dinámica</vt:lpstr>
      <vt:lpstr>Operaciones CRUD</vt:lpstr>
      <vt:lpstr>Vamos a verlo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Rubio</dc:creator>
  <cp:lastModifiedBy>Cristian Rubio</cp:lastModifiedBy>
  <cp:revision>1</cp:revision>
  <dcterms:created xsi:type="dcterms:W3CDTF">2026-01-05T20:27:47Z</dcterms:created>
  <dcterms:modified xsi:type="dcterms:W3CDTF">2026-01-06T00:06:21Z</dcterms:modified>
</cp:coreProperties>
</file>